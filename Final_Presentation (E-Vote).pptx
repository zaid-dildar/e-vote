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24C6F-EAD9-0A56-843B-DD6D0C1EA965}" v="21" dt="2025-04-08T23:27:49.066"/>
    <p1510:client id="{7D33F72B-737D-F460-E3C8-F746D95C320D}" v="473" dt="2025-04-09T03:00:22.9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2.png"/><Relationship Id="rId7" Type="http://schemas.openxmlformats.org/officeDocument/2006/relationships/image" Target="../media/image4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3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6.png"/><Relationship Id="rId7" Type="http://schemas.openxmlformats.org/officeDocument/2006/relationships/image" Target="../media/image17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2.png"/><Relationship Id="rId7" Type="http://schemas.openxmlformats.org/officeDocument/2006/relationships/image" Target="../media/image42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3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46.png"/><Relationship Id="rId7" Type="http://schemas.openxmlformats.org/officeDocument/2006/relationships/image" Target="../media/image17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677731-EB74-41C1-BD23-F9DA7698CC3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A956C3-B976-4FB2-815D-6ABB6B9A7ADF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Problem &amp; Motivation</a:t>
          </a:r>
        </a:p>
      </dgm:t>
    </dgm:pt>
    <dgm:pt modelId="{4C4A498F-0860-46A0-BDB1-EEEEC24F36AF}" type="parTrans" cxnId="{C9945680-68F4-459D-8A38-56A8850A5429}">
      <dgm:prSet/>
      <dgm:spPr/>
      <dgm:t>
        <a:bodyPr/>
        <a:lstStyle/>
        <a:p>
          <a:endParaRPr lang="en-US"/>
        </a:p>
      </dgm:t>
    </dgm:pt>
    <dgm:pt modelId="{4B1CF6BC-ABCD-4CDC-85FD-B8340C4CAD04}" type="sibTrans" cxnId="{C9945680-68F4-459D-8A38-56A8850A5429}">
      <dgm:prSet/>
      <dgm:spPr/>
      <dgm:t>
        <a:bodyPr/>
        <a:lstStyle/>
        <a:p>
          <a:endParaRPr lang="en-US"/>
        </a:p>
      </dgm:t>
    </dgm:pt>
    <dgm:pt modelId="{E63DAA3E-78DB-472B-AC78-56A9194DF30E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Our Proposed Solution</a:t>
          </a:r>
        </a:p>
      </dgm:t>
    </dgm:pt>
    <dgm:pt modelId="{5824053E-3D79-4624-9478-632A6F49B86D}" type="parTrans" cxnId="{9F03F82A-08C6-49C5-A9BE-5CDDF32D6745}">
      <dgm:prSet/>
      <dgm:spPr/>
      <dgm:t>
        <a:bodyPr/>
        <a:lstStyle/>
        <a:p>
          <a:endParaRPr lang="en-US"/>
        </a:p>
      </dgm:t>
    </dgm:pt>
    <dgm:pt modelId="{49302B08-A835-4A15-9A2E-B39E263C9B75}" type="sibTrans" cxnId="{9F03F82A-08C6-49C5-A9BE-5CDDF32D6745}">
      <dgm:prSet/>
      <dgm:spPr/>
      <dgm:t>
        <a:bodyPr/>
        <a:lstStyle/>
        <a:p>
          <a:endParaRPr lang="en-US"/>
        </a:p>
      </dgm:t>
    </dgm:pt>
    <dgm:pt modelId="{9FAF9919-6CC1-48D8-9495-78F2B39FC363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Architecture Overview</a:t>
          </a:r>
        </a:p>
      </dgm:t>
    </dgm:pt>
    <dgm:pt modelId="{355D0503-8CBA-46FF-85CE-6939878CB47F}" type="parTrans" cxnId="{8402BEF3-3883-42F6-9405-6A86CAACC6AF}">
      <dgm:prSet/>
      <dgm:spPr/>
      <dgm:t>
        <a:bodyPr/>
        <a:lstStyle/>
        <a:p>
          <a:endParaRPr lang="en-US"/>
        </a:p>
      </dgm:t>
    </dgm:pt>
    <dgm:pt modelId="{DA1FF570-E3CB-4830-B660-0D8BA3CE61BF}" type="sibTrans" cxnId="{8402BEF3-3883-42F6-9405-6A86CAACC6AF}">
      <dgm:prSet/>
      <dgm:spPr/>
      <dgm:t>
        <a:bodyPr/>
        <a:lstStyle/>
        <a:p>
          <a:endParaRPr lang="en-US"/>
        </a:p>
      </dgm:t>
    </dgm:pt>
    <dgm:pt modelId="{BE0DD458-E02E-409C-BF1A-2D029279118B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Implementation Details</a:t>
          </a:r>
        </a:p>
      </dgm:t>
    </dgm:pt>
    <dgm:pt modelId="{3DAB045C-E480-46FC-B412-E6E5BD0C5F12}" type="parTrans" cxnId="{A4A20666-3346-480D-A1EE-E37D59A5B04E}">
      <dgm:prSet/>
      <dgm:spPr/>
      <dgm:t>
        <a:bodyPr/>
        <a:lstStyle/>
        <a:p>
          <a:endParaRPr lang="en-US"/>
        </a:p>
      </dgm:t>
    </dgm:pt>
    <dgm:pt modelId="{57F8B00F-07C2-4DB8-AE4C-DA1F7FA488C3}" type="sibTrans" cxnId="{A4A20666-3346-480D-A1EE-E37D59A5B04E}">
      <dgm:prSet/>
      <dgm:spPr/>
      <dgm:t>
        <a:bodyPr/>
        <a:lstStyle/>
        <a:p>
          <a:endParaRPr lang="en-US"/>
        </a:p>
      </dgm:t>
    </dgm:pt>
    <dgm:pt modelId="{D56D0C6A-2647-4731-A18A-C7665361CB70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Testing &amp; Evaluation</a:t>
          </a:r>
        </a:p>
      </dgm:t>
    </dgm:pt>
    <dgm:pt modelId="{396896A4-4269-4A54-8358-289D00E57B16}" type="parTrans" cxnId="{7AD77216-23AA-4779-BDE2-7FCDC865F40D}">
      <dgm:prSet/>
      <dgm:spPr/>
      <dgm:t>
        <a:bodyPr/>
        <a:lstStyle/>
        <a:p>
          <a:endParaRPr lang="en-US"/>
        </a:p>
      </dgm:t>
    </dgm:pt>
    <dgm:pt modelId="{F71BB0FE-0073-4ADF-AA7C-DDFF919EA9EA}" type="sibTrans" cxnId="{7AD77216-23AA-4779-BDE2-7FCDC865F40D}">
      <dgm:prSet/>
      <dgm:spPr/>
      <dgm:t>
        <a:bodyPr/>
        <a:lstStyle/>
        <a:p>
          <a:endParaRPr lang="en-US"/>
        </a:p>
      </dgm:t>
    </dgm:pt>
    <dgm:pt modelId="{9CB70162-02FD-46CF-BD68-65F2446C22E1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SDGs &amp; Future Scope</a:t>
          </a:r>
        </a:p>
      </dgm:t>
    </dgm:pt>
    <dgm:pt modelId="{485ECB36-7066-4C66-A371-88EDC388BC43}" type="parTrans" cxnId="{FD355A5E-4869-4916-A557-8C92A1A1FF3F}">
      <dgm:prSet/>
      <dgm:spPr/>
      <dgm:t>
        <a:bodyPr/>
        <a:lstStyle/>
        <a:p>
          <a:endParaRPr lang="en-US"/>
        </a:p>
      </dgm:t>
    </dgm:pt>
    <dgm:pt modelId="{21D199C4-7DBA-46FD-8525-21A2FD870EC2}" type="sibTrans" cxnId="{FD355A5E-4869-4916-A557-8C92A1A1FF3F}">
      <dgm:prSet/>
      <dgm:spPr/>
      <dgm:t>
        <a:bodyPr/>
        <a:lstStyle/>
        <a:p>
          <a:endParaRPr lang="en-US"/>
        </a:p>
      </dgm:t>
    </dgm:pt>
    <dgm:pt modelId="{EDC47CCF-F8EA-423C-8C86-B89AB8730033}" type="pres">
      <dgm:prSet presAssocID="{DE677731-EB74-41C1-BD23-F9DA7698CC37}" presName="linear" presStyleCnt="0">
        <dgm:presLayoutVars>
          <dgm:animLvl val="lvl"/>
          <dgm:resizeHandles val="exact"/>
        </dgm:presLayoutVars>
      </dgm:prSet>
      <dgm:spPr/>
    </dgm:pt>
    <dgm:pt modelId="{BE520FF8-6914-4381-AF01-EDCE07AB368B}" type="pres">
      <dgm:prSet presAssocID="{FBA956C3-B976-4FB2-815D-6ABB6B9A7AD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97E3478-BF64-4BE3-A7D7-26CC78BFACEB}" type="pres">
      <dgm:prSet presAssocID="{4B1CF6BC-ABCD-4CDC-85FD-B8340C4CAD04}" presName="spacer" presStyleCnt="0"/>
      <dgm:spPr/>
    </dgm:pt>
    <dgm:pt modelId="{04B559C4-0272-48C8-9829-B6923CB6BAA5}" type="pres">
      <dgm:prSet presAssocID="{E63DAA3E-78DB-472B-AC78-56A9194DF30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A2AB897-B068-4D29-B7FC-71FA9A487204}" type="pres">
      <dgm:prSet presAssocID="{49302B08-A835-4A15-9A2E-B39E263C9B75}" presName="spacer" presStyleCnt="0"/>
      <dgm:spPr/>
    </dgm:pt>
    <dgm:pt modelId="{8AC7F07D-9D9F-47CF-8E06-C700A62AAA03}" type="pres">
      <dgm:prSet presAssocID="{9FAF9919-6CC1-48D8-9495-78F2B39FC36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6883AAF-467D-4888-9994-F4A219514896}" type="pres">
      <dgm:prSet presAssocID="{DA1FF570-E3CB-4830-B660-0D8BA3CE61BF}" presName="spacer" presStyleCnt="0"/>
      <dgm:spPr/>
    </dgm:pt>
    <dgm:pt modelId="{9D43FDF8-B6DC-428F-AD16-4F693A1ACEC9}" type="pres">
      <dgm:prSet presAssocID="{BE0DD458-E02E-409C-BF1A-2D029279118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28D1A0C-C0F9-469B-B1F7-352A888AB38C}" type="pres">
      <dgm:prSet presAssocID="{57F8B00F-07C2-4DB8-AE4C-DA1F7FA488C3}" presName="spacer" presStyleCnt="0"/>
      <dgm:spPr/>
    </dgm:pt>
    <dgm:pt modelId="{8F95C5AF-AFEB-47B8-B425-308F23E5614A}" type="pres">
      <dgm:prSet presAssocID="{D56D0C6A-2647-4731-A18A-C7665361CB7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5209A1D-6C5C-4DB9-B179-97514F49FD3F}" type="pres">
      <dgm:prSet presAssocID="{F71BB0FE-0073-4ADF-AA7C-DDFF919EA9EA}" presName="spacer" presStyleCnt="0"/>
      <dgm:spPr/>
    </dgm:pt>
    <dgm:pt modelId="{1651E0E1-5A2E-4978-8306-FBD9664A4749}" type="pres">
      <dgm:prSet presAssocID="{9CB70162-02FD-46CF-BD68-65F2446C22E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AD77216-23AA-4779-BDE2-7FCDC865F40D}" srcId="{DE677731-EB74-41C1-BD23-F9DA7698CC37}" destId="{D56D0C6A-2647-4731-A18A-C7665361CB70}" srcOrd="4" destOrd="0" parTransId="{396896A4-4269-4A54-8358-289D00E57B16}" sibTransId="{F71BB0FE-0073-4ADF-AA7C-DDFF919EA9EA}"/>
    <dgm:cxn modelId="{B465F323-8B52-456F-889C-3FF59060C726}" type="presOf" srcId="{9FAF9919-6CC1-48D8-9495-78F2B39FC363}" destId="{8AC7F07D-9D9F-47CF-8E06-C700A62AAA03}" srcOrd="0" destOrd="0" presId="urn:microsoft.com/office/officeart/2005/8/layout/vList2"/>
    <dgm:cxn modelId="{9F03F82A-08C6-49C5-A9BE-5CDDF32D6745}" srcId="{DE677731-EB74-41C1-BD23-F9DA7698CC37}" destId="{E63DAA3E-78DB-472B-AC78-56A9194DF30E}" srcOrd="1" destOrd="0" parTransId="{5824053E-3D79-4624-9478-632A6F49B86D}" sibTransId="{49302B08-A835-4A15-9A2E-B39E263C9B75}"/>
    <dgm:cxn modelId="{5CC2A033-6ABF-41D7-BADC-0D3A4593F2E4}" type="presOf" srcId="{FBA956C3-B976-4FB2-815D-6ABB6B9A7ADF}" destId="{BE520FF8-6914-4381-AF01-EDCE07AB368B}" srcOrd="0" destOrd="0" presId="urn:microsoft.com/office/officeart/2005/8/layout/vList2"/>
    <dgm:cxn modelId="{FD355A5E-4869-4916-A557-8C92A1A1FF3F}" srcId="{DE677731-EB74-41C1-BD23-F9DA7698CC37}" destId="{9CB70162-02FD-46CF-BD68-65F2446C22E1}" srcOrd="5" destOrd="0" parTransId="{485ECB36-7066-4C66-A371-88EDC388BC43}" sibTransId="{21D199C4-7DBA-46FD-8525-21A2FD870EC2}"/>
    <dgm:cxn modelId="{F49DAF42-2812-4813-AC28-395BC5A3C44B}" type="presOf" srcId="{9CB70162-02FD-46CF-BD68-65F2446C22E1}" destId="{1651E0E1-5A2E-4978-8306-FBD9664A4749}" srcOrd="0" destOrd="0" presId="urn:microsoft.com/office/officeart/2005/8/layout/vList2"/>
    <dgm:cxn modelId="{A4A20666-3346-480D-A1EE-E37D59A5B04E}" srcId="{DE677731-EB74-41C1-BD23-F9DA7698CC37}" destId="{BE0DD458-E02E-409C-BF1A-2D029279118B}" srcOrd="3" destOrd="0" parTransId="{3DAB045C-E480-46FC-B412-E6E5BD0C5F12}" sibTransId="{57F8B00F-07C2-4DB8-AE4C-DA1F7FA488C3}"/>
    <dgm:cxn modelId="{C9945680-68F4-459D-8A38-56A8850A5429}" srcId="{DE677731-EB74-41C1-BD23-F9DA7698CC37}" destId="{FBA956C3-B976-4FB2-815D-6ABB6B9A7ADF}" srcOrd="0" destOrd="0" parTransId="{4C4A498F-0860-46A0-BDB1-EEEEC24F36AF}" sibTransId="{4B1CF6BC-ABCD-4CDC-85FD-B8340C4CAD04}"/>
    <dgm:cxn modelId="{DA648FCD-9D69-48DC-8882-1356815CD2D8}" type="presOf" srcId="{D56D0C6A-2647-4731-A18A-C7665361CB70}" destId="{8F95C5AF-AFEB-47B8-B425-308F23E5614A}" srcOrd="0" destOrd="0" presId="urn:microsoft.com/office/officeart/2005/8/layout/vList2"/>
    <dgm:cxn modelId="{9BD76FD0-5B48-4577-BC69-CD82EA6FE823}" type="presOf" srcId="{DE677731-EB74-41C1-BD23-F9DA7698CC37}" destId="{EDC47CCF-F8EA-423C-8C86-B89AB8730033}" srcOrd="0" destOrd="0" presId="urn:microsoft.com/office/officeart/2005/8/layout/vList2"/>
    <dgm:cxn modelId="{C90EC6D8-D9DB-4818-B4E5-6D92FB9FE7B9}" type="presOf" srcId="{E63DAA3E-78DB-472B-AC78-56A9194DF30E}" destId="{04B559C4-0272-48C8-9829-B6923CB6BAA5}" srcOrd="0" destOrd="0" presId="urn:microsoft.com/office/officeart/2005/8/layout/vList2"/>
    <dgm:cxn modelId="{8402BEF3-3883-42F6-9405-6A86CAACC6AF}" srcId="{DE677731-EB74-41C1-BD23-F9DA7698CC37}" destId="{9FAF9919-6CC1-48D8-9495-78F2B39FC363}" srcOrd="2" destOrd="0" parTransId="{355D0503-8CBA-46FF-85CE-6939878CB47F}" sibTransId="{DA1FF570-E3CB-4830-B660-0D8BA3CE61BF}"/>
    <dgm:cxn modelId="{CD8566F4-D6C7-4AEB-8323-6B94A0418BCD}" type="presOf" srcId="{BE0DD458-E02E-409C-BF1A-2D029279118B}" destId="{9D43FDF8-B6DC-428F-AD16-4F693A1ACEC9}" srcOrd="0" destOrd="0" presId="urn:microsoft.com/office/officeart/2005/8/layout/vList2"/>
    <dgm:cxn modelId="{2F1E1655-A303-4190-8EB3-F6A9006A4ACC}" type="presParOf" srcId="{EDC47CCF-F8EA-423C-8C86-B89AB8730033}" destId="{BE520FF8-6914-4381-AF01-EDCE07AB368B}" srcOrd="0" destOrd="0" presId="urn:microsoft.com/office/officeart/2005/8/layout/vList2"/>
    <dgm:cxn modelId="{4E3D2054-7BDA-481A-BCE0-7C8A29BCB3FF}" type="presParOf" srcId="{EDC47CCF-F8EA-423C-8C86-B89AB8730033}" destId="{097E3478-BF64-4BE3-A7D7-26CC78BFACEB}" srcOrd="1" destOrd="0" presId="urn:microsoft.com/office/officeart/2005/8/layout/vList2"/>
    <dgm:cxn modelId="{0546BDF9-F9B0-4C4C-9F4C-3DE26850F082}" type="presParOf" srcId="{EDC47CCF-F8EA-423C-8C86-B89AB8730033}" destId="{04B559C4-0272-48C8-9829-B6923CB6BAA5}" srcOrd="2" destOrd="0" presId="urn:microsoft.com/office/officeart/2005/8/layout/vList2"/>
    <dgm:cxn modelId="{0DCC543F-9395-4565-ACF6-7CC8D189D91E}" type="presParOf" srcId="{EDC47CCF-F8EA-423C-8C86-B89AB8730033}" destId="{AA2AB897-B068-4D29-B7FC-71FA9A487204}" srcOrd="3" destOrd="0" presId="urn:microsoft.com/office/officeart/2005/8/layout/vList2"/>
    <dgm:cxn modelId="{ECB540F8-F43E-4D64-9770-9F87B7274A79}" type="presParOf" srcId="{EDC47CCF-F8EA-423C-8C86-B89AB8730033}" destId="{8AC7F07D-9D9F-47CF-8E06-C700A62AAA03}" srcOrd="4" destOrd="0" presId="urn:microsoft.com/office/officeart/2005/8/layout/vList2"/>
    <dgm:cxn modelId="{8BA8895E-FCC3-4374-AF55-3B4B2E54C10E}" type="presParOf" srcId="{EDC47CCF-F8EA-423C-8C86-B89AB8730033}" destId="{76883AAF-467D-4888-9994-F4A219514896}" srcOrd="5" destOrd="0" presId="urn:microsoft.com/office/officeart/2005/8/layout/vList2"/>
    <dgm:cxn modelId="{3ABDA49A-AAA6-42DA-85E5-579F5994B294}" type="presParOf" srcId="{EDC47CCF-F8EA-423C-8C86-B89AB8730033}" destId="{9D43FDF8-B6DC-428F-AD16-4F693A1ACEC9}" srcOrd="6" destOrd="0" presId="urn:microsoft.com/office/officeart/2005/8/layout/vList2"/>
    <dgm:cxn modelId="{0900466F-B29F-40C0-9C9C-4BD98EC9FBEC}" type="presParOf" srcId="{EDC47CCF-F8EA-423C-8C86-B89AB8730033}" destId="{B28D1A0C-C0F9-469B-B1F7-352A888AB38C}" srcOrd="7" destOrd="0" presId="urn:microsoft.com/office/officeart/2005/8/layout/vList2"/>
    <dgm:cxn modelId="{90312514-1DB1-4CBC-B11D-C3048EF4A322}" type="presParOf" srcId="{EDC47CCF-F8EA-423C-8C86-B89AB8730033}" destId="{8F95C5AF-AFEB-47B8-B425-308F23E5614A}" srcOrd="8" destOrd="0" presId="urn:microsoft.com/office/officeart/2005/8/layout/vList2"/>
    <dgm:cxn modelId="{B9A6F7B4-DFB5-47D7-A725-DA1D1BE6B517}" type="presParOf" srcId="{EDC47CCF-F8EA-423C-8C86-B89AB8730033}" destId="{05209A1D-6C5C-4DB9-B179-97514F49FD3F}" srcOrd="9" destOrd="0" presId="urn:microsoft.com/office/officeart/2005/8/layout/vList2"/>
    <dgm:cxn modelId="{8E9D7253-845A-4F88-A133-61319611FE0A}" type="presParOf" srcId="{EDC47CCF-F8EA-423C-8C86-B89AB8730033}" destId="{1651E0E1-5A2E-4978-8306-FBD9664A474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5E0060-D94D-4439-8D93-A1390A6BD370}" type="doc">
      <dgm:prSet loTypeId="urn:microsoft.com/office/officeart/2005/8/layout/venn3" loCatId="relationship" qsTypeId="urn:microsoft.com/office/officeart/2005/8/quickstyle/simple2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9091E5C8-2B8E-47D2-9B50-7A2E8F7747D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>
              <a:latin typeface="Times New Roman"/>
              <a:cs typeface="Times New Roman"/>
            </a:rPr>
            <a:t>Admin – Election &amp; User management</a:t>
          </a:r>
        </a:p>
      </dgm:t>
    </dgm:pt>
    <dgm:pt modelId="{9D5D755F-D4A5-4995-BCC9-7317061DE7D1}" type="parTrans" cxnId="{133F3FD2-DDAB-4049-8DFD-89E2EFE40D0D}">
      <dgm:prSet/>
      <dgm:spPr/>
      <dgm:t>
        <a:bodyPr/>
        <a:lstStyle/>
        <a:p>
          <a:endParaRPr lang="en-US"/>
        </a:p>
      </dgm:t>
    </dgm:pt>
    <dgm:pt modelId="{E8ED0EF8-011D-45FB-BBC4-6C9B80223933}" type="sibTrans" cxnId="{133F3FD2-DDAB-4049-8DFD-89E2EFE40D0D}">
      <dgm:prSet/>
      <dgm:spPr/>
      <dgm:t>
        <a:bodyPr/>
        <a:lstStyle/>
        <a:p>
          <a:endParaRPr lang="en-US"/>
        </a:p>
      </dgm:t>
    </dgm:pt>
    <dgm:pt modelId="{D1A2F7BA-668A-47AC-A554-161DBFC8752A}">
      <dgm:prSet/>
      <dgm:spPr/>
      <dgm:t>
        <a:bodyPr/>
        <a:lstStyle/>
        <a:p>
          <a:r>
            <a:rPr lang="en-US">
              <a:latin typeface="Times New Roman"/>
              <a:cs typeface="Times New Roman"/>
            </a:rPr>
            <a:t>Voter – Cast vote &amp; view results</a:t>
          </a:r>
        </a:p>
      </dgm:t>
    </dgm:pt>
    <dgm:pt modelId="{B729BD10-4F84-4329-B5FC-B055E6040869}" type="parTrans" cxnId="{CE5BA810-A80D-46FD-BDC3-75B0E887EB2D}">
      <dgm:prSet/>
      <dgm:spPr/>
      <dgm:t>
        <a:bodyPr/>
        <a:lstStyle/>
        <a:p>
          <a:endParaRPr lang="en-US"/>
        </a:p>
      </dgm:t>
    </dgm:pt>
    <dgm:pt modelId="{99214C92-B50A-4D2B-8CE3-F12CE3607D63}" type="sibTrans" cxnId="{CE5BA810-A80D-46FD-BDC3-75B0E887EB2D}">
      <dgm:prSet/>
      <dgm:spPr/>
      <dgm:t>
        <a:bodyPr/>
        <a:lstStyle/>
        <a:p>
          <a:endParaRPr lang="en-US"/>
        </a:p>
      </dgm:t>
    </dgm:pt>
    <dgm:pt modelId="{3AE40011-C722-4751-A5FF-F5172E61B34C}">
      <dgm:prSet phldr="0"/>
      <dgm:spPr/>
      <dgm:t>
        <a:bodyPr/>
        <a:lstStyle/>
        <a:p>
          <a:r>
            <a:rPr lang="en-US">
              <a:latin typeface="Times New Roman"/>
              <a:cs typeface="Times New Roman"/>
            </a:rPr>
            <a:t>Auditor – Monitoring only (read-only)</a:t>
          </a:r>
          <a:endParaRPr lang="en-US"/>
        </a:p>
      </dgm:t>
    </dgm:pt>
    <dgm:pt modelId="{BE1245CD-818C-44EC-B4C7-CFBBECC5EB10}" type="parTrans" cxnId="{9770D587-BF74-448C-A231-0343769A1644}">
      <dgm:prSet/>
      <dgm:spPr/>
    </dgm:pt>
    <dgm:pt modelId="{54A5B5FD-DF14-40AF-8FFE-569FED58637C}" type="sibTrans" cxnId="{9770D587-BF74-448C-A231-0343769A1644}">
      <dgm:prSet/>
      <dgm:spPr/>
      <dgm:t>
        <a:bodyPr/>
        <a:lstStyle/>
        <a:p>
          <a:endParaRPr lang="en-US"/>
        </a:p>
      </dgm:t>
    </dgm:pt>
    <dgm:pt modelId="{8700BB48-387A-4EE3-BF13-455E5ADBAC4D}" type="pres">
      <dgm:prSet presAssocID="{2E5E0060-D94D-4439-8D93-A1390A6BD370}" presName="Name0" presStyleCnt="0">
        <dgm:presLayoutVars>
          <dgm:dir/>
          <dgm:resizeHandles val="exact"/>
        </dgm:presLayoutVars>
      </dgm:prSet>
      <dgm:spPr/>
    </dgm:pt>
    <dgm:pt modelId="{72201007-ABB8-4879-B92D-2727EA53884F}" type="pres">
      <dgm:prSet presAssocID="{9091E5C8-2B8E-47D2-9B50-7A2E8F7747D4}" presName="Name5" presStyleLbl="vennNode1" presStyleIdx="0" presStyleCnt="3">
        <dgm:presLayoutVars>
          <dgm:bulletEnabled val="1"/>
        </dgm:presLayoutVars>
      </dgm:prSet>
      <dgm:spPr/>
    </dgm:pt>
    <dgm:pt modelId="{BD118183-5D98-4B98-A3B8-E93461CAD66C}" type="pres">
      <dgm:prSet presAssocID="{E8ED0EF8-011D-45FB-BBC4-6C9B80223933}" presName="space" presStyleCnt="0"/>
      <dgm:spPr/>
    </dgm:pt>
    <dgm:pt modelId="{01257084-599D-4D48-AD5A-52D140374964}" type="pres">
      <dgm:prSet presAssocID="{3AE40011-C722-4751-A5FF-F5172E61B34C}" presName="Name5" presStyleLbl="vennNode1" presStyleIdx="1" presStyleCnt="3">
        <dgm:presLayoutVars>
          <dgm:bulletEnabled val="1"/>
        </dgm:presLayoutVars>
      </dgm:prSet>
      <dgm:spPr/>
    </dgm:pt>
    <dgm:pt modelId="{72B86CEA-0114-4959-A101-4E1BB43F716F}" type="pres">
      <dgm:prSet presAssocID="{54A5B5FD-DF14-40AF-8FFE-569FED58637C}" presName="space" presStyleCnt="0"/>
      <dgm:spPr/>
    </dgm:pt>
    <dgm:pt modelId="{A80EC81D-AF20-4431-BFDB-C7E1E7312A45}" type="pres">
      <dgm:prSet presAssocID="{D1A2F7BA-668A-47AC-A554-161DBFC8752A}" presName="Name5" presStyleLbl="vennNode1" presStyleIdx="2" presStyleCnt="3">
        <dgm:presLayoutVars>
          <dgm:bulletEnabled val="1"/>
        </dgm:presLayoutVars>
      </dgm:prSet>
      <dgm:spPr/>
    </dgm:pt>
  </dgm:ptLst>
  <dgm:cxnLst>
    <dgm:cxn modelId="{CE5BA810-A80D-46FD-BDC3-75B0E887EB2D}" srcId="{2E5E0060-D94D-4439-8D93-A1390A6BD370}" destId="{D1A2F7BA-668A-47AC-A554-161DBFC8752A}" srcOrd="2" destOrd="0" parTransId="{B729BD10-4F84-4329-B5FC-B055E6040869}" sibTransId="{99214C92-B50A-4D2B-8CE3-F12CE3607D63}"/>
    <dgm:cxn modelId="{E0629964-4909-4905-A504-30B4BE4F0D5B}" type="presOf" srcId="{2E5E0060-D94D-4439-8D93-A1390A6BD370}" destId="{8700BB48-387A-4EE3-BF13-455E5ADBAC4D}" srcOrd="0" destOrd="0" presId="urn:microsoft.com/office/officeart/2005/8/layout/venn3"/>
    <dgm:cxn modelId="{9770D587-BF74-448C-A231-0343769A1644}" srcId="{2E5E0060-D94D-4439-8D93-A1390A6BD370}" destId="{3AE40011-C722-4751-A5FF-F5172E61B34C}" srcOrd="1" destOrd="0" parTransId="{BE1245CD-818C-44EC-B4C7-CFBBECC5EB10}" sibTransId="{54A5B5FD-DF14-40AF-8FFE-569FED58637C}"/>
    <dgm:cxn modelId="{4739A8C2-6C1F-4B1C-B7DC-EAF5261CAFF9}" type="presOf" srcId="{D1A2F7BA-668A-47AC-A554-161DBFC8752A}" destId="{A80EC81D-AF20-4431-BFDB-C7E1E7312A45}" srcOrd="0" destOrd="0" presId="urn:microsoft.com/office/officeart/2005/8/layout/venn3"/>
    <dgm:cxn modelId="{133F3FD2-DDAB-4049-8DFD-89E2EFE40D0D}" srcId="{2E5E0060-D94D-4439-8D93-A1390A6BD370}" destId="{9091E5C8-2B8E-47D2-9B50-7A2E8F7747D4}" srcOrd="0" destOrd="0" parTransId="{9D5D755F-D4A5-4995-BCC9-7317061DE7D1}" sibTransId="{E8ED0EF8-011D-45FB-BBC4-6C9B80223933}"/>
    <dgm:cxn modelId="{26C619D6-65DE-4B57-963A-E10B82FC368B}" type="presOf" srcId="{9091E5C8-2B8E-47D2-9B50-7A2E8F7747D4}" destId="{72201007-ABB8-4879-B92D-2727EA53884F}" srcOrd="0" destOrd="0" presId="urn:microsoft.com/office/officeart/2005/8/layout/venn3"/>
    <dgm:cxn modelId="{A185F8E1-FF52-4E53-B488-930EEAB67E9C}" type="presOf" srcId="{3AE40011-C722-4751-A5FF-F5172E61B34C}" destId="{01257084-599D-4D48-AD5A-52D140374964}" srcOrd="0" destOrd="0" presId="urn:microsoft.com/office/officeart/2005/8/layout/venn3"/>
    <dgm:cxn modelId="{485E28C2-DFCC-437D-BE90-26A71FE2FBB9}" type="presParOf" srcId="{8700BB48-387A-4EE3-BF13-455E5ADBAC4D}" destId="{72201007-ABB8-4879-B92D-2727EA53884F}" srcOrd="0" destOrd="0" presId="urn:microsoft.com/office/officeart/2005/8/layout/venn3"/>
    <dgm:cxn modelId="{9ABD50AA-8100-44C6-81A3-0ECA806EDA7B}" type="presParOf" srcId="{8700BB48-387A-4EE3-BF13-455E5ADBAC4D}" destId="{BD118183-5D98-4B98-A3B8-E93461CAD66C}" srcOrd="1" destOrd="0" presId="urn:microsoft.com/office/officeart/2005/8/layout/venn3"/>
    <dgm:cxn modelId="{E80690A9-B94A-43DC-BA94-6CD6ED163019}" type="presParOf" srcId="{8700BB48-387A-4EE3-BF13-455E5ADBAC4D}" destId="{01257084-599D-4D48-AD5A-52D140374964}" srcOrd="2" destOrd="0" presId="urn:microsoft.com/office/officeart/2005/8/layout/venn3"/>
    <dgm:cxn modelId="{97465DA0-3839-4E64-B947-989624641D8A}" type="presParOf" srcId="{8700BB48-387A-4EE3-BF13-455E5ADBAC4D}" destId="{72B86CEA-0114-4959-A101-4E1BB43F716F}" srcOrd="3" destOrd="0" presId="urn:microsoft.com/office/officeart/2005/8/layout/venn3"/>
    <dgm:cxn modelId="{248CF14A-EF9E-4D5C-906F-EB1A7E75A1AA}" type="presParOf" srcId="{8700BB48-387A-4EE3-BF13-455E5ADBAC4D}" destId="{A80EC81D-AF20-4431-BFDB-C7E1E7312A45}" srcOrd="4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EB2412-9C73-4A0C-BEDD-02D96EF76C3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12324C-8274-413D-ADD6-12727CF1BA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WebAuthn standard used</a:t>
          </a:r>
        </a:p>
      </dgm:t>
    </dgm:pt>
    <dgm:pt modelId="{6FA5C654-4953-46CE-AA99-BCEE60263A7A}" type="parTrans" cxnId="{806F1E37-BA34-4B10-8BB5-F94EB9C62BC9}">
      <dgm:prSet/>
      <dgm:spPr/>
      <dgm:t>
        <a:bodyPr/>
        <a:lstStyle/>
        <a:p>
          <a:endParaRPr lang="en-US"/>
        </a:p>
      </dgm:t>
    </dgm:pt>
    <dgm:pt modelId="{557CADEA-BDC3-4BAA-BB5D-5E4265528C36}" type="sibTrans" cxnId="{806F1E37-BA34-4B10-8BB5-F94EB9C62BC9}">
      <dgm:prSet/>
      <dgm:spPr/>
      <dgm:t>
        <a:bodyPr/>
        <a:lstStyle/>
        <a:p>
          <a:endParaRPr lang="en-US"/>
        </a:p>
      </dgm:t>
    </dgm:pt>
    <dgm:pt modelId="{56DA4B07-EF4F-4AD5-8CC7-27EB9E8EEF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Biometric-only login enforced</a:t>
          </a:r>
        </a:p>
      </dgm:t>
    </dgm:pt>
    <dgm:pt modelId="{5D411AA5-5AD7-4B4E-A004-0D12EC26CFEE}" type="parTrans" cxnId="{10CBC94D-7811-44BB-A742-B02DD12D241D}">
      <dgm:prSet/>
      <dgm:spPr/>
      <dgm:t>
        <a:bodyPr/>
        <a:lstStyle/>
        <a:p>
          <a:endParaRPr lang="en-US"/>
        </a:p>
      </dgm:t>
    </dgm:pt>
    <dgm:pt modelId="{F4D987C3-0953-4C73-9DFD-A607C0677989}" type="sibTrans" cxnId="{10CBC94D-7811-44BB-A742-B02DD12D241D}">
      <dgm:prSet/>
      <dgm:spPr/>
      <dgm:t>
        <a:bodyPr/>
        <a:lstStyle/>
        <a:p>
          <a:endParaRPr lang="en-US"/>
        </a:p>
      </dgm:t>
    </dgm:pt>
    <dgm:pt modelId="{37AD0CD3-E7E5-43EA-8C9B-F77D9A625E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Prevents PIN-only logins</a:t>
          </a:r>
        </a:p>
      </dgm:t>
    </dgm:pt>
    <dgm:pt modelId="{F0963001-A094-451D-B9DF-F7A37B2E015A}" type="parTrans" cxnId="{5C770E22-950A-4882-9845-B9B2BEA68E5E}">
      <dgm:prSet/>
      <dgm:spPr/>
      <dgm:t>
        <a:bodyPr/>
        <a:lstStyle/>
        <a:p>
          <a:endParaRPr lang="en-US"/>
        </a:p>
      </dgm:t>
    </dgm:pt>
    <dgm:pt modelId="{3556737D-53CD-461E-8DB4-4DEF877994D6}" type="sibTrans" cxnId="{5C770E22-950A-4882-9845-B9B2BEA68E5E}">
      <dgm:prSet/>
      <dgm:spPr/>
      <dgm:t>
        <a:bodyPr/>
        <a:lstStyle/>
        <a:p>
          <a:endParaRPr lang="en-US"/>
        </a:p>
      </dgm:t>
    </dgm:pt>
    <dgm:pt modelId="{FDF1E05F-212E-4743-BB3E-91E3F6EE5B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Public-key cryptography based</a:t>
          </a:r>
        </a:p>
      </dgm:t>
    </dgm:pt>
    <dgm:pt modelId="{223EAED0-23D6-4311-9627-77EA0F5DE3F3}" type="parTrans" cxnId="{AB4596EF-5F24-4245-ADFB-2DA644C1FEE2}">
      <dgm:prSet/>
      <dgm:spPr/>
      <dgm:t>
        <a:bodyPr/>
        <a:lstStyle/>
        <a:p>
          <a:endParaRPr lang="en-US"/>
        </a:p>
      </dgm:t>
    </dgm:pt>
    <dgm:pt modelId="{3633C79E-1F82-4F91-A931-BC69F4F5804E}" type="sibTrans" cxnId="{AB4596EF-5F24-4245-ADFB-2DA644C1FEE2}">
      <dgm:prSet/>
      <dgm:spPr/>
      <dgm:t>
        <a:bodyPr/>
        <a:lstStyle/>
        <a:p>
          <a:endParaRPr lang="en-US"/>
        </a:p>
      </dgm:t>
    </dgm:pt>
    <dgm:pt modelId="{79E31672-E8F2-4F0F-8760-D1BA3D03CEC6}" type="pres">
      <dgm:prSet presAssocID="{54EB2412-9C73-4A0C-BEDD-02D96EF76C32}" presName="root" presStyleCnt="0">
        <dgm:presLayoutVars>
          <dgm:dir/>
          <dgm:resizeHandles val="exact"/>
        </dgm:presLayoutVars>
      </dgm:prSet>
      <dgm:spPr/>
    </dgm:pt>
    <dgm:pt modelId="{FFC8D6C2-9F1A-4E4E-A877-FA9FCB13BE76}" type="pres">
      <dgm:prSet presAssocID="{AB12324C-8274-413D-ADD6-12727CF1BA63}" presName="compNode" presStyleCnt="0"/>
      <dgm:spPr/>
    </dgm:pt>
    <dgm:pt modelId="{CBF41ECF-7D2A-472A-AE6C-2FD5A9FFCD07}" type="pres">
      <dgm:prSet presAssocID="{AB12324C-8274-413D-ADD6-12727CF1BA6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385D1A7-6DD9-43FF-ABF9-22C0DCC3671B}" type="pres">
      <dgm:prSet presAssocID="{AB12324C-8274-413D-ADD6-12727CF1BA63}" presName="spaceRect" presStyleCnt="0"/>
      <dgm:spPr/>
    </dgm:pt>
    <dgm:pt modelId="{95734062-94FE-40AA-9E50-9413E5E9AE70}" type="pres">
      <dgm:prSet presAssocID="{AB12324C-8274-413D-ADD6-12727CF1BA63}" presName="textRect" presStyleLbl="revTx" presStyleIdx="0" presStyleCnt="4">
        <dgm:presLayoutVars>
          <dgm:chMax val="1"/>
          <dgm:chPref val="1"/>
        </dgm:presLayoutVars>
      </dgm:prSet>
      <dgm:spPr/>
    </dgm:pt>
    <dgm:pt modelId="{453AAC2D-B87F-41A8-9ABB-DC9893AAB88B}" type="pres">
      <dgm:prSet presAssocID="{557CADEA-BDC3-4BAA-BB5D-5E4265528C36}" presName="sibTrans" presStyleCnt="0"/>
      <dgm:spPr/>
    </dgm:pt>
    <dgm:pt modelId="{A5579396-F7E5-4B57-9A6B-5281A7F49C74}" type="pres">
      <dgm:prSet presAssocID="{56DA4B07-EF4F-4AD5-8CC7-27EB9E8EEFE7}" presName="compNode" presStyleCnt="0"/>
      <dgm:spPr/>
    </dgm:pt>
    <dgm:pt modelId="{616CEB65-61EE-4E9C-9B65-D0BF718C805E}" type="pres">
      <dgm:prSet presAssocID="{56DA4B07-EF4F-4AD5-8CC7-27EB9E8EEFE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3148EBED-E983-4AD6-860E-FD5FFE58F1F1}" type="pres">
      <dgm:prSet presAssocID="{56DA4B07-EF4F-4AD5-8CC7-27EB9E8EEFE7}" presName="spaceRect" presStyleCnt="0"/>
      <dgm:spPr/>
    </dgm:pt>
    <dgm:pt modelId="{A1952695-EC53-4E10-BD87-E53B44DB939A}" type="pres">
      <dgm:prSet presAssocID="{56DA4B07-EF4F-4AD5-8CC7-27EB9E8EEFE7}" presName="textRect" presStyleLbl="revTx" presStyleIdx="1" presStyleCnt="4">
        <dgm:presLayoutVars>
          <dgm:chMax val="1"/>
          <dgm:chPref val="1"/>
        </dgm:presLayoutVars>
      </dgm:prSet>
      <dgm:spPr/>
    </dgm:pt>
    <dgm:pt modelId="{56D61C90-EA10-4838-92CD-D8B77AD545FB}" type="pres">
      <dgm:prSet presAssocID="{F4D987C3-0953-4C73-9DFD-A607C0677989}" presName="sibTrans" presStyleCnt="0"/>
      <dgm:spPr/>
    </dgm:pt>
    <dgm:pt modelId="{F2F86AC7-4B8B-43A0-80DE-DFB6C5ED1362}" type="pres">
      <dgm:prSet presAssocID="{37AD0CD3-E7E5-43EA-8C9B-F77D9A625E71}" presName="compNode" presStyleCnt="0"/>
      <dgm:spPr/>
    </dgm:pt>
    <dgm:pt modelId="{235D550B-246C-432E-ADB6-7891653C50FE}" type="pres">
      <dgm:prSet presAssocID="{37AD0CD3-E7E5-43EA-8C9B-F77D9A625E7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er"/>
        </a:ext>
      </dgm:extLst>
    </dgm:pt>
    <dgm:pt modelId="{C1880D78-6D5B-4C5A-99BC-061845FF5C66}" type="pres">
      <dgm:prSet presAssocID="{37AD0CD3-E7E5-43EA-8C9B-F77D9A625E71}" presName="spaceRect" presStyleCnt="0"/>
      <dgm:spPr/>
    </dgm:pt>
    <dgm:pt modelId="{DD4B6D01-0880-4460-B3D8-C13A2D6E01F5}" type="pres">
      <dgm:prSet presAssocID="{37AD0CD3-E7E5-43EA-8C9B-F77D9A625E71}" presName="textRect" presStyleLbl="revTx" presStyleIdx="2" presStyleCnt="4">
        <dgm:presLayoutVars>
          <dgm:chMax val="1"/>
          <dgm:chPref val="1"/>
        </dgm:presLayoutVars>
      </dgm:prSet>
      <dgm:spPr/>
    </dgm:pt>
    <dgm:pt modelId="{61D5748F-F096-49A9-A35E-F5B8ABF70B90}" type="pres">
      <dgm:prSet presAssocID="{3556737D-53CD-461E-8DB4-4DEF877994D6}" presName="sibTrans" presStyleCnt="0"/>
      <dgm:spPr/>
    </dgm:pt>
    <dgm:pt modelId="{41483AE6-3EFF-4352-ADED-998CCD593A7E}" type="pres">
      <dgm:prSet presAssocID="{FDF1E05F-212E-4743-BB3E-91E3F6EE5B4E}" presName="compNode" presStyleCnt="0"/>
      <dgm:spPr/>
    </dgm:pt>
    <dgm:pt modelId="{8B973618-0372-4FED-B9EB-64679F25AA0E}" type="pres">
      <dgm:prSet presAssocID="{FDF1E05F-212E-4743-BB3E-91E3F6EE5B4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8D442C4-9048-4E52-AF70-CB6E219F881B}" type="pres">
      <dgm:prSet presAssocID="{FDF1E05F-212E-4743-BB3E-91E3F6EE5B4E}" presName="spaceRect" presStyleCnt="0"/>
      <dgm:spPr/>
    </dgm:pt>
    <dgm:pt modelId="{F01746F1-C0D4-4262-87CD-688EAFEB5107}" type="pres">
      <dgm:prSet presAssocID="{FDF1E05F-212E-4743-BB3E-91E3F6EE5B4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D51C61C-39AE-44D2-A395-87293364F624}" type="presOf" srcId="{56DA4B07-EF4F-4AD5-8CC7-27EB9E8EEFE7}" destId="{A1952695-EC53-4E10-BD87-E53B44DB939A}" srcOrd="0" destOrd="0" presId="urn:microsoft.com/office/officeart/2018/2/layout/IconLabelList"/>
    <dgm:cxn modelId="{5C770E22-950A-4882-9845-B9B2BEA68E5E}" srcId="{54EB2412-9C73-4A0C-BEDD-02D96EF76C32}" destId="{37AD0CD3-E7E5-43EA-8C9B-F77D9A625E71}" srcOrd="2" destOrd="0" parTransId="{F0963001-A094-451D-B9DF-F7A37B2E015A}" sibTransId="{3556737D-53CD-461E-8DB4-4DEF877994D6}"/>
    <dgm:cxn modelId="{806F1E37-BA34-4B10-8BB5-F94EB9C62BC9}" srcId="{54EB2412-9C73-4A0C-BEDD-02D96EF76C32}" destId="{AB12324C-8274-413D-ADD6-12727CF1BA63}" srcOrd="0" destOrd="0" parTransId="{6FA5C654-4953-46CE-AA99-BCEE60263A7A}" sibTransId="{557CADEA-BDC3-4BAA-BB5D-5E4265528C36}"/>
    <dgm:cxn modelId="{10CBC94D-7811-44BB-A742-B02DD12D241D}" srcId="{54EB2412-9C73-4A0C-BEDD-02D96EF76C32}" destId="{56DA4B07-EF4F-4AD5-8CC7-27EB9E8EEFE7}" srcOrd="1" destOrd="0" parTransId="{5D411AA5-5AD7-4B4E-A004-0D12EC26CFEE}" sibTransId="{F4D987C3-0953-4C73-9DFD-A607C0677989}"/>
    <dgm:cxn modelId="{49C60A8D-9024-4F73-92D2-E85917538753}" type="presOf" srcId="{37AD0CD3-E7E5-43EA-8C9B-F77D9A625E71}" destId="{DD4B6D01-0880-4460-B3D8-C13A2D6E01F5}" srcOrd="0" destOrd="0" presId="urn:microsoft.com/office/officeart/2018/2/layout/IconLabelList"/>
    <dgm:cxn modelId="{75799098-A5A9-4532-B7B9-DBB40734602C}" type="presOf" srcId="{FDF1E05F-212E-4743-BB3E-91E3F6EE5B4E}" destId="{F01746F1-C0D4-4262-87CD-688EAFEB5107}" srcOrd="0" destOrd="0" presId="urn:microsoft.com/office/officeart/2018/2/layout/IconLabelList"/>
    <dgm:cxn modelId="{1C6E24E8-3FE3-4023-8FE8-B6CA2D7E2F2D}" type="presOf" srcId="{AB12324C-8274-413D-ADD6-12727CF1BA63}" destId="{95734062-94FE-40AA-9E50-9413E5E9AE70}" srcOrd="0" destOrd="0" presId="urn:microsoft.com/office/officeart/2018/2/layout/IconLabelList"/>
    <dgm:cxn modelId="{AB4596EF-5F24-4245-ADFB-2DA644C1FEE2}" srcId="{54EB2412-9C73-4A0C-BEDD-02D96EF76C32}" destId="{FDF1E05F-212E-4743-BB3E-91E3F6EE5B4E}" srcOrd="3" destOrd="0" parTransId="{223EAED0-23D6-4311-9627-77EA0F5DE3F3}" sibTransId="{3633C79E-1F82-4F91-A931-BC69F4F5804E}"/>
    <dgm:cxn modelId="{0D9C8DFA-59E8-4384-A06D-EC7F5245785A}" type="presOf" srcId="{54EB2412-9C73-4A0C-BEDD-02D96EF76C32}" destId="{79E31672-E8F2-4F0F-8760-D1BA3D03CEC6}" srcOrd="0" destOrd="0" presId="urn:microsoft.com/office/officeart/2018/2/layout/IconLabelList"/>
    <dgm:cxn modelId="{938F6425-AFEA-404B-A547-C6CC9AAFF73B}" type="presParOf" srcId="{79E31672-E8F2-4F0F-8760-D1BA3D03CEC6}" destId="{FFC8D6C2-9F1A-4E4E-A877-FA9FCB13BE76}" srcOrd="0" destOrd="0" presId="urn:microsoft.com/office/officeart/2018/2/layout/IconLabelList"/>
    <dgm:cxn modelId="{A16DF79C-FA76-424C-8E92-46EA7E0D4510}" type="presParOf" srcId="{FFC8D6C2-9F1A-4E4E-A877-FA9FCB13BE76}" destId="{CBF41ECF-7D2A-472A-AE6C-2FD5A9FFCD07}" srcOrd="0" destOrd="0" presId="urn:microsoft.com/office/officeart/2018/2/layout/IconLabelList"/>
    <dgm:cxn modelId="{7558BA5B-4F3D-473E-89D8-4A332A0FE44E}" type="presParOf" srcId="{FFC8D6C2-9F1A-4E4E-A877-FA9FCB13BE76}" destId="{3385D1A7-6DD9-43FF-ABF9-22C0DCC3671B}" srcOrd="1" destOrd="0" presId="urn:microsoft.com/office/officeart/2018/2/layout/IconLabelList"/>
    <dgm:cxn modelId="{49BC90BD-890C-4649-A09A-9671923F9548}" type="presParOf" srcId="{FFC8D6C2-9F1A-4E4E-A877-FA9FCB13BE76}" destId="{95734062-94FE-40AA-9E50-9413E5E9AE70}" srcOrd="2" destOrd="0" presId="urn:microsoft.com/office/officeart/2018/2/layout/IconLabelList"/>
    <dgm:cxn modelId="{77F59687-EAD5-4B2D-B65E-D9C1509D5336}" type="presParOf" srcId="{79E31672-E8F2-4F0F-8760-D1BA3D03CEC6}" destId="{453AAC2D-B87F-41A8-9ABB-DC9893AAB88B}" srcOrd="1" destOrd="0" presId="urn:microsoft.com/office/officeart/2018/2/layout/IconLabelList"/>
    <dgm:cxn modelId="{2F812359-DAEF-4A93-B555-D89243BA7460}" type="presParOf" srcId="{79E31672-E8F2-4F0F-8760-D1BA3D03CEC6}" destId="{A5579396-F7E5-4B57-9A6B-5281A7F49C74}" srcOrd="2" destOrd="0" presId="urn:microsoft.com/office/officeart/2018/2/layout/IconLabelList"/>
    <dgm:cxn modelId="{EBAD8AAE-59D0-43E0-8605-4A9D3DCB67E5}" type="presParOf" srcId="{A5579396-F7E5-4B57-9A6B-5281A7F49C74}" destId="{616CEB65-61EE-4E9C-9B65-D0BF718C805E}" srcOrd="0" destOrd="0" presId="urn:microsoft.com/office/officeart/2018/2/layout/IconLabelList"/>
    <dgm:cxn modelId="{9F575770-FA6B-430A-9DD6-74A8C746C6F7}" type="presParOf" srcId="{A5579396-F7E5-4B57-9A6B-5281A7F49C74}" destId="{3148EBED-E983-4AD6-860E-FD5FFE58F1F1}" srcOrd="1" destOrd="0" presId="urn:microsoft.com/office/officeart/2018/2/layout/IconLabelList"/>
    <dgm:cxn modelId="{0C12C897-CEB3-4114-B3A1-8CC467473163}" type="presParOf" srcId="{A5579396-F7E5-4B57-9A6B-5281A7F49C74}" destId="{A1952695-EC53-4E10-BD87-E53B44DB939A}" srcOrd="2" destOrd="0" presId="urn:microsoft.com/office/officeart/2018/2/layout/IconLabelList"/>
    <dgm:cxn modelId="{2E8257E7-783C-465A-80D7-774B42B309D5}" type="presParOf" srcId="{79E31672-E8F2-4F0F-8760-D1BA3D03CEC6}" destId="{56D61C90-EA10-4838-92CD-D8B77AD545FB}" srcOrd="3" destOrd="0" presId="urn:microsoft.com/office/officeart/2018/2/layout/IconLabelList"/>
    <dgm:cxn modelId="{3BFF177F-A145-4229-B006-7C4C4829ED55}" type="presParOf" srcId="{79E31672-E8F2-4F0F-8760-D1BA3D03CEC6}" destId="{F2F86AC7-4B8B-43A0-80DE-DFB6C5ED1362}" srcOrd="4" destOrd="0" presId="urn:microsoft.com/office/officeart/2018/2/layout/IconLabelList"/>
    <dgm:cxn modelId="{E9E677F4-32CD-4F6A-9AB0-EE8D9F49CCA7}" type="presParOf" srcId="{F2F86AC7-4B8B-43A0-80DE-DFB6C5ED1362}" destId="{235D550B-246C-432E-ADB6-7891653C50FE}" srcOrd="0" destOrd="0" presId="urn:microsoft.com/office/officeart/2018/2/layout/IconLabelList"/>
    <dgm:cxn modelId="{460BB2F9-F85E-4CF7-AEFE-C89AD753D393}" type="presParOf" srcId="{F2F86AC7-4B8B-43A0-80DE-DFB6C5ED1362}" destId="{C1880D78-6D5B-4C5A-99BC-061845FF5C66}" srcOrd="1" destOrd="0" presId="urn:microsoft.com/office/officeart/2018/2/layout/IconLabelList"/>
    <dgm:cxn modelId="{AC2AEC04-80B7-42D4-995B-98C99493C92D}" type="presParOf" srcId="{F2F86AC7-4B8B-43A0-80DE-DFB6C5ED1362}" destId="{DD4B6D01-0880-4460-B3D8-C13A2D6E01F5}" srcOrd="2" destOrd="0" presId="urn:microsoft.com/office/officeart/2018/2/layout/IconLabelList"/>
    <dgm:cxn modelId="{C3AEC2EF-E856-4CB3-9ECC-213ABCD40678}" type="presParOf" srcId="{79E31672-E8F2-4F0F-8760-D1BA3D03CEC6}" destId="{61D5748F-F096-49A9-A35E-F5B8ABF70B90}" srcOrd="5" destOrd="0" presId="urn:microsoft.com/office/officeart/2018/2/layout/IconLabelList"/>
    <dgm:cxn modelId="{FB86740A-A943-473A-A249-ACA91253892F}" type="presParOf" srcId="{79E31672-E8F2-4F0F-8760-D1BA3D03CEC6}" destId="{41483AE6-3EFF-4352-ADED-998CCD593A7E}" srcOrd="6" destOrd="0" presId="urn:microsoft.com/office/officeart/2018/2/layout/IconLabelList"/>
    <dgm:cxn modelId="{72B442A4-A7D2-4B07-9CC6-4F48A920E829}" type="presParOf" srcId="{41483AE6-3EFF-4352-ADED-998CCD593A7E}" destId="{8B973618-0372-4FED-B9EB-64679F25AA0E}" srcOrd="0" destOrd="0" presId="urn:microsoft.com/office/officeart/2018/2/layout/IconLabelList"/>
    <dgm:cxn modelId="{DBE0165F-C6CD-40C9-8FCD-1B975EB94BF7}" type="presParOf" srcId="{41483AE6-3EFF-4352-ADED-998CCD593A7E}" destId="{48D442C4-9048-4E52-AF70-CB6E219F881B}" srcOrd="1" destOrd="0" presId="urn:microsoft.com/office/officeart/2018/2/layout/IconLabelList"/>
    <dgm:cxn modelId="{5FC7F84F-A7DC-4CA1-B529-24BB59A85E03}" type="presParOf" srcId="{41483AE6-3EFF-4352-ADED-998CCD593A7E}" destId="{F01746F1-C0D4-4262-87CD-688EAFEB510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4A24AC5-7F33-43A3-8999-B221EAE9DD8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52BC551-B7C8-4587-A69D-41B4B645D1BB}">
      <dgm:prSet/>
      <dgm:spPr/>
      <dgm:t>
        <a:bodyPr/>
        <a:lstStyle/>
        <a:p>
          <a:r>
            <a:rPr lang="en-US"/>
            <a:t>Admin creates elections</a:t>
          </a:r>
        </a:p>
      </dgm:t>
    </dgm:pt>
    <dgm:pt modelId="{3EA6B5CA-4249-4C73-8FCA-D00218072011}" type="parTrans" cxnId="{FCBF7911-09D1-4A64-AC4B-B99A17BDE307}">
      <dgm:prSet/>
      <dgm:spPr/>
      <dgm:t>
        <a:bodyPr/>
        <a:lstStyle/>
        <a:p>
          <a:endParaRPr lang="en-US"/>
        </a:p>
      </dgm:t>
    </dgm:pt>
    <dgm:pt modelId="{D549ABED-06A4-4181-95F9-D69075E48402}" type="sibTrans" cxnId="{FCBF7911-09D1-4A64-AC4B-B99A17BDE307}">
      <dgm:prSet/>
      <dgm:spPr/>
      <dgm:t>
        <a:bodyPr/>
        <a:lstStyle/>
        <a:p>
          <a:endParaRPr lang="en-US"/>
        </a:p>
      </dgm:t>
    </dgm:pt>
    <dgm:pt modelId="{24AD62BE-C4EA-43EE-86B1-6BB971E1B9FA}">
      <dgm:prSet/>
      <dgm:spPr/>
      <dgm:t>
        <a:bodyPr/>
        <a:lstStyle/>
        <a:p>
          <a:r>
            <a:rPr lang="en-US"/>
            <a:t>Adds candidates</a:t>
          </a:r>
        </a:p>
      </dgm:t>
    </dgm:pt>
    <dgm:pt modelId="{7FABE042-CA4B-463C-922D-22679C3F1F26}" type="parTrans" cxnId="{7206FE52-385B-435F-9F3D-30417050679B}">
      <dgm:prSet/>
      <dgm:spPr/>
      <dgm:t>
        <a:bodyPr/>
        <a:lstStyle/>
        <a:p>
          <a:endParaRPr lang="en-US"/>
        </a:p>
      </dgm:t>
    </dgm:pt>
    <dgm:pt modelId="{90914987-EEA8-4B09-A31F-341C818586D0}" type="sibTrans" cxnId="{7206FE52-385B-435F-9F3D-30417050679B}">
      <dgm:prSet/>
      <dgm:spPr/>
      <dgm:t>
        <a:bodyPr/>
        <a:lstStyle/>
        <a:p>
          <a:endParaRPr lang="en-US"/>
        </a:p>
      </dgm:t>
    </dgm:pt>
    <dgm:pt modelId="{E338312D-C536-46C7-9351-3413E4D038FD}">
      <dgm:prSet/>
      <dgm:spPr/>
      <dgm:t>
        <a:bodyPr/>
        <a:lstStyle/>
        <a:p>
          <a:r>
            <a:rPr lang="en-US"/>
            <a:t>Sets start/end time</a:t>
          </a:r>
        </a:p>
      </dgm:t>
    </dgm:pt>
    <dgm:pt modelId="{E822321A-9E05-462B-9E3E-8E2E7C2D6F65}" type="parTrans" cxnId="{D89F65E6-CE87-49DD-BDC2-D452B4D14D2B}">
      <dgm:prSet/>
      <dgm:spPr/>
      <dgm:t>
        <a:bodyPr/>
        <a:lstStyle/>
        <a:p>
          <a:endParaRPr lang="en-US"/>
        </a:p>
      </dgm:t>
    </dgm:pt>
    <dgm:pt modelId="{EA2432B9-D83A-4858-A7CF-BFB2238E8E89}" type="sibTrans" cxnId="{D89F65E6-CE87-49DD-BDC2-D452B4D14D2B}">
      <dgm:prSet/>
      <dgm:spPr/>
      <dgm:t>
        <a:bodyPr/>
        <a:lstStyle/>
        <a:p>
          <a:endParaRPr lang="en-US"/>
        </a:p>
      </dgm:t>
    </dgm:pt>
    <dgm:pt modelId="{D07A37DE-79D1-45CD-9CD3-0395B20D1D5A}">
      <dgm:prSet/>
      <dgm:spPr/>
      <dgm:t>
        <a:bodyPr/>
        <a:lstStyle/>
        <a:p>
          <a:r>
            <a:rPr lang="en-US"/>
            <a:t>Filters voters by department</a:t>
          </a:r>
        </a:p>
      </dgm:t>
    </dgm:pt>
    <dgm:pt modelId="{22418D8A-8BAC-4D6E-A547-4F5EF3F3FBCE}" type="parTrans" cxnId="{4A097175-D2CC-4CCD-A540-749A5C3CC81E}">
      <dgm:prSet/>
      <dgm:spPr/>
      <dgm:t>
        <a:bodyPr/>
        <a:lstStyle/>
        <a:p>
          <a:endParaRPr lang="en-US"/>
        </a:p>
      </dgm:t>
    </dgm:pt>
    <dgm:pt modelId="{F4AC5C4C-EBC8-43F0-967E-B48D6F17ECEE}" type="sibTrans" cxnId="{4A097175-D2CC-4CCD-A540-749A5C3CC81E}">
      <dgm:prSet/>
      <dgm:spPr/>
      <dgm:t>
        <a:bodyPr/>
        <a:lstStyle/>
        <a:p>
          <a:endParaRPr lang="en-US"/>
        </a:p>
      </dgm:t>
    </dgm:pt>
    <dgm:pt modelId="{B5242796-CFE6-4AA4-9946-91A7EAACD512}" type="pres">
      <dgm:prSet presAssocID="{14A24AC5-7F33-43A3-8999-B221EAE9DD8D}" presName="cycle" presStyleCnt="0">
        <dgm:presLayoutVars>
          <dgm:dir/>
          <dgm:resizeHandles val="exact"/>
        </dgm:presLayoutVars>
      </dgm:prSet>
      <dgm:spPr/>
    </dgm:pt>
    <dgm:pt modelId="{8926C5F1-6EA2-4A31-A16E-5FA6E1F227EF}" type="pres">
      <dgm:prSet presAssocID="{452BC551-B7C8-4587-A69D-41B4B645D1BB}" presName="dummy" presStyleCnt="0"/>
      <dgm:spPr/>
    </dgm:pt>
    <dgm:pt modelId="{E44643DC-95E3-49D5-BA5A-136D1951C40F}" type="pres">
      <dgm:prSet presAssocID="{452BC551-B7C8-4587-A69D-41B4B645D1BB}" presName="node" presStyleLbl="revTx" presStyleIdx="0" presStyleCnt="4">
        <dgm:presLayoutVars>
          <dgm:bulletEnabled val="1"/>
        </dgm:presLayoutVars>
      </dgm:prSet>
      <dgm:spPr/>
    </dgm:pt>
    <dgm:pt modelId="{322AC305-5C3D-4612-BBF2-26841CE0582C}" type="pres">
      <dgm:prSet presAssocID="{D549ABED-06A4-4181-95F9-D69075E48402}" presName="sibTrans" presStyleLbl="node1" presStyleIdx="0" presStyleCnt="4"/>
      <dgm:spPr/>
    </dgm:pt>
    <dgm:pt modelId="{DAEE0A7F-FA44-4EF5-834A-9694C2E951EC}" type="pres">
      <dgm:prSet presAssocID="{24AD62BE-C4EA-43EE-86B1-6BB971E1B9FA}" presName="dummy" presStyleCnt="0"/>
      <dgm:spPr/>
    </dgm:pt>
    <dgm:pt modelId="{914EE1A0-1E98-4C89-934D-55982B99FF06}" type="pres">
      <dgm:prSet presAssocID="{24AD62BE-C4EA-43EE-86B1-6BB971E1B9FA}" presName="node" presStyleLbl="revTx" presStyleIdx="1" presStyleCnt="4">
        <dgm:presLayoutVars>
          <dgm:bulletEnabled val="1"/>
        </dgm:presLayoutVars>
      </dgm:prSet>
      <dgm:spPr/>
    </dgm:pt>
    <dgm:pt modelId="{CE2714C5-E2B8-4D72-B8B0-1356F9015119}" type="pres">
      <dgm:prSet presAssocID="{90914987-EEA8-4B09-A31F-341C818586D0}" presName="sibTrans" presStyleLbl="node1" presStyleIdx="1" presStyleCnt="4"/>
      <dgm:spPr/>
    </dgm:pt>
    <dgm:pt modelId="{87DCD6A4-D295-4CBF-A236-69DE19C38DFD}" type="pres">
      <dgm:prSet presAssocID="{E338312D-C536-46C7-9351-3413E4D038FD}" presName="dummy" presStyleCnt="0"/>
      <dgm:spPr/>
    </dgm:pt>
    <dgm:pt modelId="{2E7AB301-CC0C-49F6-8869-4DA79656FC48}" type="pres">
      <dgm:prSet presAssocID="{E338312D-C536-46C7-9351-3413E4D038FD}" presName="node" presStyleLbl="revTx" presStyleIdx="2" presStyleCnt="4">
        <dgm:presLayoutVars>
          <dgm:bulletEnabled val="1"/>
        </dgm:presLayoutVars>
      </dgm:prSet>
      <dgm:spPr/>
    </dgm:pt>
    <dgm:pt modelId="{5B58F00D-955F-4D36-9F07-9A76C3F1C8E2}" type="pres">
      <dgm:prSet presAssocID="{EA2432B9-D83A-4858-A7CF-BFB2238E8E89}" presName="sibTrans" presStyleLbl="node1" presStyleIdx="2" presStyleCnt="4"/>
      <dgm:spPr/>
    </dgm:pt>
    <dgm:pt modelId="{0749F1CF-CCA7-48B9-8388-56CF4D53BF33}" type="pres">
      <dgm:prSet presAssocID="{D07A37DE-79D1-45CD-9CD3-0395B20D1D5A}" presName="dummy" presStyleCnt="0"/>
      <dgm:spPr/>
    </dgm:pt>
    <dgm:pt modelId="{8C29BE72-9FC0-401E-B04A-6D145FD31A47}" type="pres">
      <dgm:prSet presAssocID="{D07A37DE-79D1-45CD-9CD3-0395B20D1D5A}" presName="node" presStyleLbl="revTx" presStyleIdx="3" presStyleCnt="4">
        <dgm:presLayoutVars>
          <dgm:bulletEnabled val="1"/>
        </dgm:presLayoutVars>
      </dgm:prSet>
      <dgm:spPr/>
    </dgm:pt>
    <dgm:pt modelId="{A49937D9-714E-468D-9802-90797E1E1D30}" type="pres">
      <dgm:prSet presAssocID="{F4AC5C4C-EBC8-43F0-967E-B48D6F17ECEE}" presName="sibTrans" presStyleLbl="node1" presStyleIdx="3" presStyleCnt="4"/>
      <dgm:spPr/>
    </dgm:pt>
  </dgm:ptLst>
  <dgm:cxnLst>
    <dgm:cxn modelId="{EA65A706-224D-4294-AF25-B36EBB6B4FCA}" type="presOf" srcId="{D549ABED-06A4-4181-95F9-D69075E48402}" destId="{322AC305-5C3D-4612-BBF2-26841CE0582C}" srcOrd="0" destOrd="0" presId="urn:microsoft.com/office/officeart/2005/8/layout/cycle1"/>
    <dgm:cxn modelId="{FCBF7911-09D1-4A64-AC4B-B99A17BDE307}" srcId="{14A24AC5-7F33-43A3-8999-B221EAE9DD8D}" destId="{452BC551-B7C8-4587-A69D-41B4B645D1BB}" srcOrd="0" destOrd="0" parTransId="{3EA6B5CA-4249-4C73-8FCA-D00218072011}" sibTransId="{D549ABED-06A4-4181-95F9-D69075E48402}"/>
    <dgm:cxn modelId="{0B1F7623-CBC9-443F-94C3-A9C08DC8D35C}" type="presOf" srcId="{EA2432B9-D83A-4858-A7CF-BFB2238E8E89}" destId="{5B58F00D-955F-4D36-9F07-9A76C3F1C8E2}" srcOrd="0" destOrd="0" presId="urn:microsoft.com/office/officeart/2005/8/layout/cycle1"/>
    <dgm:cxn modelId="{AA20DC5D-E95D-4280-AD20-63ACE9A22774}" type="presOf" srcId="{D07A37DE-79D1-45CD-9CD3-0395B20D1D5A}" destId="{8C29BE72-9FC0-401E-B04A-6D145FD31A47}" srcOrd="0" destOrd="0" presId="urn:microsoft.com/office/officeart/2005/8/layout/cycle1"/>
    <dgm:cxn modelId="{4F1FD25F-0F5E-4000-BEDF-17C8B34F5AEB}" type="presOf" srcId="{F4AC5C4C-EBC8-43F0-967E-B48D6F17ECEE}" destId="{A49937D9-714E-468D-9802-90797E1E1D30}" srcOrd="0" destOrd="0" presId="urn:microsoft.com/office/officeart/2005/8/layout/cycle1"/>
    <dgm:cxn modelId="{E88D4D46-019A-4DA8-97C0-E58170314C00}" type="presOf" srcId="{24AD62BE-C4EA-43EE-86B1-6BB971E1B9FA}" destId="{914EE1A0-1E98-4C89-934D-55982B99FF06}" srcOrd="0" destOrd="0" presId="urn:microsoft.com/office/officeart/2005/8/layout/cycle1"/>
    <dgm:cxn modelId="{37132C47-A0EB-4CAC-8B4B-B7CB8CA50E90}" type="presOf" srcId="{E338312D-C536-46C7-9351-3413E4D038FD}" destId="{2E7AB301-CC0C-49F6-8869-4DA79656FC48}" srcOrd="0" destOrd="0" presId="urn:microsoft.com/office/officeart/2005/8/layout/cycle1"/>
    <dgm:cxn modelId="{7206FE52-385B-435F-9F3D-30417050679B}" srcId="{14A24AC5-7F33-43A3-8999-B221EAE9DD8D}" destId="{24AD62BE-C4EA-43EE-86B1-6BB971E1B9FA}" srcOrd="1" destOrd="0" parTransId="{7FABE042-CA4B-463C-922D-22679C3F1F26}" sibTransId="{90914987-EEA8-4B09-A31F-341C818586D0}"/>
    <dgm:cxn modelId="{4A097175-D2CC-4CCD-A540-749A5C3CC81E}" srcId="{14A24AC5-7F33-43A3-8999-B221EAE9DD8D}" destId="{D07A37DE-79D1-45CD-9CD3-0395B20D1D5A}" srcOrd="3" destOrd="0" parTransId="{22418D8A-8BAC-4D6E-A547-4F5EF3F3FBCE}" sibTransId="{F4AC5C4C-EBC8-43F0-967E-B48D6F17ECEE}"/>
    <dgm:cxn modelId="{B35C607F-4277-42F8-A69E-005F355C0744}" type="presOf" srcId="{14A24AC5-7F33-43A3-8999-B221EAE9DD8D}" destId="{B5242796-CFE6-4AA4-9946-91A7EAACD512}" srcOrd="0" destOrd="0" presId="urn:microsoft.com/office/officeart/2005/8/layout/cycle1"/>
    <dgm:cxn modelId="{726CF395-4A00-46A1-837E-1C0338CC99DA}" type="presOf" srcId="{452BC551-B7C8-4587-A69D-41B4B645D1BB}" destId="{E44643DC-95E3-49D5-BA5A-136D1951C40F}" srcOrd="0" destOrd="0" presId="urn:microsoft.com/office/officeart/2005/8/layout/cycle1"/>
    <dgm:cxn modelId="{0EEBA1C3-4653-4188-8EE0-E83C5C9CCDF4}" type="presOf" srcId="{90914987-EEA8-4B09-A31F-341C818586D0}" destId="{CE2714C5-E2B8-4D72-B8B0-1356F9015119}" srcOrd="0" destOrd="0" presId="urn:microsoft.com/office/officeart/2005/8/layout/cycle1"/>
    <dgm:cxn modelId="{D89F65E6-CE87-49DD-BDC2-D452B4D14D2B}" srcId="{14A24AC5-7F33-43A3-8999-B221EAE9DD8D}" destId="{E338312D-C536-46C7-9351-3413E4D038FD}" srcOrd="2" destOrd="0" parTransId="{E822321A-9E05-462B-9E3E-8E2E7C2D6F65}" sibTransId="{EA2432B9-D83A-4858-A7CF-BFB2238E8E89}"/>
    <dgm:cxn modelId="{2AE1FC26-64B2-478F-88B3-AE90D56B6662}" type="presParOf" srcId="{B5242796-CFE6-4AA4-9946-91A7EAACD512}" destId="{8926C5F1-6EA2-4A31-A16E-5FA6E1F227EF}" srcOrd="0" destOrd="0" presId="urn:microsoft.com/office/officeart/2005/8/layout/cycle1"/>
    <dgm:cxn modelId="{97B43A18-07A4-4EC1-8965-3D42F3768903}" type="presParOf" srcId="{B5242796-CFE6-4AA4-9946-91A7EAACD512}" destId="{E44643DC-95E3-49D5-BA5A-136D1951C40F}" srcOrd="1" destOrd="0" presId="urn:microsoft.com/office/officeart/2005/8/layout/cycle1"/>
    <dgm:cxn modelId="{4AE6A929-E797-407B-9B4B-EC4369AEF0F0}" type="presParOf" srcId="{B5242796-CFE6-4AA4-9946-91A7EAACD512}" destId="{322AC305-5C3D-4612-BBF2-26841CE0582C}" srcOrd="2" destOrd="0" presId="urn:microsoft.com/office/officeart/2005/8/layout/cycle1"/>
    <dgm:cxn modelId="{519F5530-AA6D-4713-B6B4-ABC826A7164D}" type="presParOf" srcId="{B5242796-CFE6-4AA4-9946-91A7EAACD512}" destId="{DAEE0A7F-FA44-4EF5-834A-9694C2E951EC}" srcOrd="3" destOrd="0" presId="urn:microsoft.com/office/officeart/2005/8/layout/cycle1"/>
    <dgm:cxn modelId="{DDA76528-2AF0-497C-9B18-E98CC2E530F6}" type="presParOf" srcId="{B5242796-CFE6-4AA4-9946-91A7EAACD512}" destId="{914EE1A0-1E98-4C89-934D-55982B99FF06}" srcOrd="4" destOrd="0" presId="urn:microsoft.com/office/officeart/2005/8/layout/cycle1"/>
    <dgm:cxn modelId="{5BE79DBC-7D0D-46AB-9DFE-A19763E2DE2E}" type="presParOf" srcId="{B5242796-CFE6-4AA4-9946-91A7EAACD512}" destId="{CE2714C5-E2B8-4D72-B8B0-1356F9015119}" srcOrd="5" destOrd="0" presId="urn:microsoft.com/office/officeart/2005/8/layout/cycle1"/>
    <dgm:cxn modelId="{9573133B-70D3-4229-AF2A-6DFBC00E539A}" type="presParOf" srcId="{B5242796-CFE6-4AA4-9946-91A7EAACD512}" destId="{87DCD6A4-D295-4CBF-A236-69DE19C38DFD}" srcOrd="6" destOrd="0" presId="urn:microsoft.com/office/officeart/2005/8/layout/cycle1"/>
    <dgm:cxn modelId="{E1AE499E-9DD2-4EFA-B05D-DB6DAAF32198}" type="presParOf" srcId="{B5242796-CFE6-4AA4-9946-91A7EAACD512}" destId="{2E7AB301-CC0C-49F6-8869-4DA79656FC48}" srcOrd="7" destOrd="0" presId="urn:microsoft.com/office/officeart/2005/8/layout/cycle1"/>
    <dgm:cxn modelId="{89041453-6F0F-4603-B0B0-A153A7934DC6}" type="presParOf" srcId="{B5242796-CFE6-4AA4-9946-91A7EAACD512}" destId="{5B58F00D-955F-4D36-9F07-9A76C3F1C8E2}" srcOrd="8" destOrd="0" presId="urn:microsoft.com/office/officeart/2005/8/layout/cycle1"/>
    <dgm:cxn modelId="{7CC04E76-7F0A-49C8-80D6-ACAEC52E3B27}" type="presParOf" srcId="{B5242796-CFE6-4AA4-9946-91A7EAACD512}" destId="{0749F1CF-CCA7-48B9-8388-56CF4D53BF33}" srcOrd="9" destOrd="0" presId="urn:microsoft.com/office/officeart/2005/8/layout/cycle1"/>
    <dgm:cxn modelId="{5B2213F0-5259-4F19-AB77-71E23AC6D408}" type="presParOf" srcId="{B5242796-CFE6-4AA4-9946-91A7EAACD512}" destId="{8C29BE72-9FC0-401E-B04A-6D145FD31A47}" srcOrd="10" destOrd="0" presId="urn:microsoft.com/office/officeart/2005/8/layout/cycle1"/>
    <dgm:cxn modelId="{2573FE1C-04CE-425E-8425-6B7A3CECE6CC}" type="presParOf" srcId="{B5242796-CFE6-4AA4-9946-91A7EAACD512}" destId="{A49937D9-714E-468D-9802-90797E1E1D30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C702B5-CBE5-4985-B4EC-8FEE0D95814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5DAA7B-FE03-44E2-9B4A-527E6CE385F2}">
      <dgm:prSet/>
      <dgm:spPr/>
      <dgm:t>
        <a:bodyPr/>
        <a:lstStyle/>
        <a:p>
          <a:r>
            <a:rPr lang="en-US"/>
            <a:t>Login</a:t>
          </a:r>
        </a:p>
      </dgm:t>
    </dgm:pt>
    <dgm:pt modelId="{D9637BB3-4DCF-4D23-B123-06B6C636C7F0}" type="parTrans" cxnId="{A897E72F-1A04-4A9C-A13B-40438487B103}">
      <dgm:prSet/>
      <dgm:spPr/>
      <dgm:t>
        <a:bodyPr/>
        <a:lstStyle/>
        <a:p>
          <a:endParaRPr lang="en-US"/>
        </a:p>
      </dgm:t>
    </dgm:pt>
    <dgm:pt modelId="{48C04AB9-A3F3-4620-BFF0-382B438D819D}" type="sibTrans" cxnId="{A897E72F-1A04-4A9C-A13B-40438487B103}">
      <dgm:prSet/>
      <dgm:spPr/>
      <dgm:t>
        <a:bodyPr/>
        <a:lstStyle/>
        <a:p>
          <a:endParaRPr lang="en-US"/>
        </a:p>
      </dgm:t>
    </dgm:pt>
    <dgm:pt modelId="{1D08FA62-A440-4810-9505-8A95188693DD}">
      <dgm:prSet/>
      <dgm:spPr/>
      <dgm:t>
        <a:bodyPr/>
        <a:lstStyle/>
        <a:p>
          <a:r>
            <a:rPr lang="en-US"/>
            <a:t>Biometric Verification</a:t>
          </a:r>
        </a:p>
      </dgm:t>
    </dgm:pt>
    <dgm:pt modelId="{E6930A72-F83A-4E50-9924-106B677C2FD0}" type="parTrans" cxnId="{CB33EBC9-77F8-42EC-98A6-E5A3A395D44B}">
      <dgm:prSet/>
      <dgm:spPr/>
      <dgm:t>
        <a:bodyPr/>
        <a:lstStyle/>
        <a:p>
          <a:endParaRPr lang="en-US"/>
        </a:p>
      </dgm:t>
    </dgm:pt>
    <dgm:pt modelId="{6B327913-F665-4B7D-8860-DDD1FED116C0}" type="sibTrans" cxnId="{CB33EBC9-77F8-42EC-98A6-E5A3A395D44B}">
      <dgm:prSet/>
      <dgm:spPr/>
      <dgm:t>
        <a:bodyPr/>
        <a:lstStyle/>
        <a:p>
          <a:endParaRPr lang="en-US"/>
        </a:p>
      </dgm:t>
    </dgm:pt>
    <dgm:pt modelId="{8C2176C9-2CB5-4669-9F07-F7DC62C998E8}">
      <dgm:prSet/>
      <dgm:spPr/>
      <dgm:t>
        <a:bodyPr/>
        <a:lstStyle/>
        <a:p>
          <a:r>
            <a:rPr lang="en-US"/>
            <a:t>View Elections</a:t>
          </a:r>
        </a:p>
      </dgm:t>
    </dgm:pt>
    <dgm:pt modelId="{B2D52A5D-81EE-4055-B0E1-69E1506C2EE6}" type="parTrans" cxnId="{9A747424-C9D4-4003-9D0C-0A07E3742C04}">
      <dgm:prSet/>
      <dgm:spPr/>
      <dgm:t>
        <a:bodyPr/>
        <a:lstStyle/>
        <a:p>
          <a:endParaRPr lang="en-US"/>
        </a:p>
      </dgm:t>
    </dgm:pt>
    <dgm:pt modelId="{2C46B180-F17C-41DD-B1C2-DA2AFA711D53}" type="sibTrans" cxnId="{9A747424-C9D4-4003-9D0C-0A07E3742C04}">
      <dgm:prSet/>
      <dgm:spPr/>
      <dgm:t>
        <a:bodyPr/>
        <a:lstStyle/>
        <a:p>
          <a:endParaRPr lang="en-US"/>
        </a:p>
      </dgm:t>
    </dgm:pt>
    <dgm:pt modelId="{0E382C9B-4441-4EC2-A1B9-F19FB15429E2}">
      <dgm:prSet/>
      <dgm:spPr/>
      <dgm:t>
        <a:bodyPr/>
        <a:lstStyle/>
        <a:p>
          <a:r>
            <a:rPr lang="en-US"/>
            <a:t>Cast Vote</a:t>
          </a:r>
        </a:p>
      </dgm:t>
    </dgm:pt>
    <dgm:pt modelId="{B1598B8E-B147-4FB4-9EAB-4B9560B25D7D}" type="parTrans" cxnId="{F5368FA7-5CB0-4CDA-A982-D42B8056396D}">
      <dgm:prSet/>
      <dgm:spPr/>
      <dgm:t>
        <a:bodyPr/>
        <a:lstStyle/>
        <a:p>
          <a:endParaRPr lang="en-US"/>
        </a:p>
      </dgm:t>
    </dgm:pt>
    <dgm:pt modelId="{15569145-0A3D-4E86-BBE0-0C3DABCD0BCD}" type="sibTrans" cxnId="{F5368FA7-5CB0-4CDA-A982-D42B8056396D}">
      <dgm:prSet/>
      <dgm:spPr/>
      <dgm:t>
        <a:bodyPr/>
        <a:lstStyle/>
        <a:p>
          <a:endParaRPr lang="en-US"/>
        </a:p>
      </dgm:t>
    </dgm:pt>
    <dgm:pt modelId="{6FB8B21F-0C6F-4E33-8029-67A43E030AE6}">
      <dgm:prSet/>
      <dgm:spPr/>
      <dgm:t>
        <a:bodyPr/>
        <a:lstStyle/>
        <a:p>
          <a:r>
            <a:rPr lang="en-US"/>
            <a:t>Confirmation</a:t>
          </a:r>
        </a:p>
      </dgm:t>
    </dgm:pt>
    <dgm:pt modelId="{CACB5889-9B4D-49AA-8389-45050940D62E}" type="parTrans" cxnId="{A013A9BC-52AC-4440-B6E1-50849388B7C8}">
      <dgm:prSet/>
      <dgm:spPr/>
      <dgm:t>
        <a:bodyPr/>
        <a:lstStyle/>
        <a:p>
          <a:endParaRPr lang="en-US"/>
        </a:p>
      </dgm:t>
    </dgm:pt>
    <dgm:pt modelId="{44C7C397-9E9E-4B26-BEC8-BF9193493801}" type="sibTrans" cxnId="{A013A9BC-52AC-4440-B6E1-50849388B7C8}">
      <dgm:prSet/>
      <dgm:spPr/>
      <dgm:t>
        <a:bodyPr/>
        <a:lstStyle/>
        <a:p>
          <a:endParaRPr lang="en-US"/>
        </a:p>
      </dgm:t>
    </dgm:pt>
    <dgm:pt modelId="{E816AFF6-BC37-4FFB-B1D5-0013B8280FEB}" type="pres">
      <dgm:prSet presAssocID="{E5C702B5-CBE5-4985-B4EC-8FEE0D958146}" presName="vert0" presStyleCnt="0">
        <dgm:presLayoutVars>
          <dgm:dir/>
          <dgm:animOne val="branch"/>
          <dgm:animLvl val="lvl"/>
        </dgm:presLayoutVars>
      </dgm:prSet>
      <dgm:spPr/>
    </dgm:pt>
    <dgm:pt modelId="{BAF8D6B7-C78D-44FC-8576-3297437E8CBD}" type="pres">
      <dgm:prSet presAssocID="{275DAA7B-FE03-44E2-9B4A-527E6CE385F2}" presName="thickLine" presStyleLbl="alignNode1" presStyleIdx="0" presStyleCnt="5"/>
      <dgm:spPr/>
    </dgm:pt>
    <dgm:pt modelId="{817760EB-4872-4E3D-BD62-734E5C37CFE5}" type="pres">
      <dgm:prSet presAssocID="{275DAA7B-FE03-44E2-9B4A-527E6CE385F2}" presName="horz1" presStyleCnt="0"/>
      <dgm:spPr/>
    </dgm:pt>
    <dgm:pt modelId="{E9AA68BB-4B0B-41C0-A84B-FC5202C299CE}" type="pres">
      <dgm:prSet presAssocID="{275DAA7B-FE03-44E2-9B4A-527E6CE385F2}" presName="tx1" presStyleLbl="revTx" presStyleIdx="0" presStyleCnt="5"/>
      <dgm:spPr/>
    </dgm:pt>
    <dgm:pt modelId="{DE5438F5-8A1B-4720-A5C7-292559CA809C}" type="pres">
      <dgm:prSet presAssocID="{275DAA7B-FE03-44E2-9B4A-527E6CE385F2}" presName="vert1" presStyleCnt="0"/>
      <dgm:spPr/>
    </dgm:pt>
    <dgm:pt modelId="{E3D2B537-A80D-4C19-B79D-21E1B5796088}" type="pres">
      <dgm:prSet presAssocID="{1D08FA62-A440-4810-9505-8A95188693DD}" presName="thickLine" presStyleLbl="alignNode1" presStyleIdx="1" presStyleCnt="5"/>
      <dgm:spPr/>
    </dgm:pt>
    <dgm:pt modelId="{C9F2CD46-B172-4DD4-A9C3-E07604854C86}" type="pres">
      <dgm:prSet presAssocID="{1D08FA62-A440-4810-9505-8A95188693DD}" presName="horz1" presStyleCnt="0"/>
      <dgm:spPr/>
    </dgm:pt>
    <dgm:pt modelId="{FBD44CA9-0C87-4874-BB87-5EFF1F4CE229}" type="pres">
      <dgm:prSet presAssocID="{1D08FA62-A440-4810-9505-8A95188693DD}" presName="tx1" presStyleLbl="revTx" presStyleIdx="1" presStyleCnt="5"/>
      <dgm:spPr/>
    </dgm:pt>
    <dgm:pt modelId="{F23192EE-7072-4317-933A-8D6572EA027E}" type="pres">
      <dgm:prSet presAssocID="{1D08FA62-A440-4810-9505-8A95188693DD}" presName="vert1" presStyleCnt="0"/>
      <dgm:spPr/>
    </dgm:pt>
    <dgm:pt modelId="{45F36F1A-D9FF-4E2E-94F6-25802AE8C827}" type="pres">
      <dgm:prSet presAssocID="{8C2176C9-2CB5-4669-9F07-F7DC62C998E8}" presName="thickLine" presStyleLbl="alignNode1" presStyleIdx="2" presStyleCnt="5"/>
      <dgm:spPr/>
    </dgm:pt>
    <dgm:pt modelId="{E8C7D3B1-926B-44C3-89C2-83FA60F18E23}" type="pres">
      <dgm:prSet presAssocID="{8C2176C9-2CB5-4669-9F07-F7DC62C998E8}" presName="horz1" presStyleCnt="0"/>
      <dgm:spPr/>
    </dgm:pt>
    <dgm:pt modelId="{58E3706B-F1B8-4A13-BF17-4C3BFECFCEFD}" type="pres">
      <dgm:prSet presAssocID="{8C2176C9-2CB5-4669-9F07-F7DC62C998E8}" presName="tx1" presStyleLbl="revTx" presStyleIdx="2" presStyleCnt="5"/>
      <dgm:spPr/>
    </dgm:pt>
    <dgm:pt modelId="{33C9BA2D-5182-459C-8462-1E44326FE33E}" type="pres">
      <dgm:prSet presAssocID="{8C2176C9-2CB5-4669-9F07-F7DC62C998E8}" presName="vert1" presStyleCnt="0"/>
      <dgm:spPr/>
    </dgm:pt>
    <dgm:pt modelId="{B619C918-EB01-497E-BB39-BDF737B6580D}" type="pres">
      <dgm:prSet presAssocID="{0E382C9B-4441-4EC2-A1B9-F19FB15429E2}" presName="thickLine" presStyleLbl="alignNode1" presStyleIdx="3" presStyleCnt="5"/>
      <dgm:spPr/>
    </dgm:pt>
    <dgm:pt modelId="{F3A7E5F2-C05A-4531-BBA5-DAD46539BF15}" type="pres">
      <dgm:prSet presAssocID="{0E382C9B-4441-4EC2-A1B9-F19FB15429E2}" presName="horz1" presStyleCnt="0"/>
      <dgm:spPr/>
    </dgm:pt>
    <dgm:pt modelId="{6F173259-37D6-4C51-B3F9-12936DFB5D52}" type="pres">
      <dgm:prSet presAssocID="{0E382C9B-4441-4EC2-A1B9-F19FB15429E2}" presName="tx1" presStyleLbl="revTx" presStyleIdx="3" presStyleCnt="5"/>
      <dgm:spPr/>
    </dgm:pt>
    <dgm:pt modelId="{7EA75809-4D32-47EE-9AD1-6F28E190A510}" type="pres">
      <dgm:prSet presAssocID="{0E382C9B-4441-4EC2-A1B9-F19FB15429E2}" presName="vert1" presStyleCnt="0"/>
      <dgm:spPr/>
    </dgm:pt>
    <dgm:pt modelId="{6A8ADD3B-BBB9-4809-9C74-F200A0675BE5}" type="pres">
      <dgm:prSet presAssocID="{6FB8B21F-0C6F-4E33-8029-67A43E030AE6}" presName="thickLine" presStyleLbl="alignNode1" presStyleIdx="4" presStyleCnt="5"/>
      <dgm:spPr/>
    </dgm:pt>
    <dgm:pt modelId="{873F4632-858A-4EC5-80A3-A9050EC44A71}" type="pres">
      <dgm:prSet presAssocID="{6FB8B21F-0C6F-4E33-8029-67A43E030AE6}" presName="horz1" presStyleCnt="0"/>
      <dgm:spPr/>
    </dgm:pt>
    <dgm:pt modelId="{84491A8F-8A9D-41E6-A3A3-FFA19DCE88E2}" type="pres">
      <dgm:prSet presAssocID="{6FB8B21F-0C6F-4E33-8029-67A43E030AE6}" presName="tx1" presStyleLbl="revTx" presStyleIdx="4" presStyleCnt="5"/>
      <dgm:spPr/>
    </dgm:pt>
    <dgm:pt modelId="{0DD46375-373A-426C-AFC9-81557EE3BE01}" type="pres">
      <dgm:prSet presAssocID="{6FB8B21F-0C6F-4E33-8029-67A43E030AE6}" presName="vert1" presStyleCnt="0"/>
      <dgm:spPr/>
    </dgm:pt>
  </dgm:ptLst>
  <dgm:cxnLst>
    <dgm:cxn modelId="{9A747424-C9D4-4003-9D0C-0A07E3742C04}" srcId="{E5C702B5-CBE5-4985-B4EC-8FEE0D958146}" destId="{8C2176C9-2CB5-4669-9F07-F7DC62C998E8}" srcOrd="2" destOrd="0" parTransId="{B2D52A5D-81EE-4055-B0E1-69E1506C2EE6}" sibTransId="{2C46B180-F17C-41DD-B1C2-DA2AFA711D53}"/>
    <dgm:cxn modelId="{A897E72F-1A04-4A9C-A13B-40438487B103}" srcId="{E5C702B5-CBE5-4985-B4EC-8FEE0D958146}" destId="{275DAA7B-FE03-44E2-9B4A-527E6CE385F2}" srcOrd="0" destOrd="0" parTransId="{D9637BB3-4DCF-4D23-B123-06B6C636C7F0}" sibTransId="{48C04AB9-A3F3-4620-BFF0-382B438D819D}"/>
    <dgm:cxn modelId="{BFC49077-034B-49F0-A750-002FAB55FA68}" type="presOf" srcId="{0E382C9B-4441-4EC2-A1B9-F19FB15429E2}" destId="{6F173259-37D6-4C51-B3F9-12936DFB5D52}" srcOrd="0" destOrd="0" presId="urn:microsoft.com/office/officeart/2008/layout/LinedList"/>
    <dgm:cxn modelId="{F5368FA7-5CB0-4CDA-A982-D42B8056396D}" srcId="{E5C702B5-CBE5-4985-B4EC-8FEE0D958146}" destId="{0E382C9B-4441-4EC2-A1B9-F19FB15429E2}" srcOrd="3" destOrd="0" parTransId="{B1598B8E-B147-4FB4-9EAB-4B9560B25D7D}" sibTransId="{15569145-0A3D-4E86-BBE0-0C3DABCD0BCD}"/>
    <dgm:cxn modelId="{504045A8-A8E4-4E49-9D86-E1518E464693}" type="presOf" srcId="{275DAA7B-FE03-44E2-9B4A-527E6CE385F2}" destId="{E9AA68BB-4B0B-41C0-A84B-FC5202C299CE}" srcOrd="0" destOrd="0" presId="urn:microsoft.com/office/officeart/2008/layout/LinedList"/>
    <dgm:cxn modelId="{A013A9BC-52AC-4440-B6E1-50849388B7C8}" srcId="{E5C702B5-CBE5-4985-B4EC-8FEE0D958146}" destId="{6FB8B21F-0C6F-4E33-8029-67A43E030AE6}" srcOrd="4" destOrd="0" parTransId="{CACB5889-9B4D-49AA-8389-45050940D62E}" sibTransId="{44C7C397-9E9E-4B26-BEC8-BF9193493801}"/>
    <dgm:cxn modelId="{CB33EBC9-77F8-42EC-98A6-E5A3A395D44B}" srcId="{E5C702B5-CBE5-4985-B4EC-8FEE0D958146}" destId="{1D08FA62-A440-4810-9505-8A95188693DD}" srcOrd="1" destOrd="0" parTransId="{E6930A72-F83A-4E50-9924-106B677C2FD0}" sibTransId="{6B327913-F665-4B7D-8860-DDD1FED116C0}"/>
    <dgm:cxn modelId="{D1961BD3-4E14-403D-9C6B-5A8761409E66}" type="presOf" srcId="{1D08FA62-A440-4810-9505-8A95188693DD}" destId="{FBD44CA9-0C87-4874-BB87-5EFF1F4CE229}" srcOrd="0" destOrd="0" presId="urn:microsoft.com/office/officeart/2008/layout/LinedList"/>
    <dgm:cxn modelId="{411C4BD4-D747-4E1E-990C-F7C68386A0DD}" type="presOf" srcId="{6FB8B21F-0C6F-4E33-8029-67A43E030AE6}" destId="{84491A8F-8A9D-41E6-A3A3-FFA19DCE88E2}" srcOrd="0" destOrd="0" presId="urn:microsoft.com/office/officeart/2008/layout/LinedList"/>
    <dgm:cxn modelId="{099934D7-6E40-4695-8E75-CECEE9F7563C}" type="presOf" srcId="{8C2176C9-2CB5-4669-9F07-F7DC62C998E8}" destId="{58E3706B-F1B8-4A13-BF17-4C3BFECFCEFD}" srcOrd="0" destOrd="0" presId="urn:microsoft.com/office/officeart/2008/layout/LinedList"/>
    <dgm:cxn modelId="{3FA225F1-4A78-4F63-9503-8994C0689C47}" type="presOf" srcId="{E5C702B5-CBE5-4985-B4EC-8FEE0D958146}" destId="{E816AFF6-BC37-4FFB-B1D5-0013B8280FEB}" srcOrd="0" destOrd="0" presId="urn:microsoft.com/office/officeart/2008/layout/LinedList"/>
    <dgm:cxn modelId="{2F4BC7D0-7AFD-4B2A-B476-25F3F40BCD12}" type="presParOf" srcId="{E816AFF6-BC37-4FFB-B1D5-0013B8280FEB}" destId="{BAF8D6B7-C78D-44FC-8576-3297437E8CBD}" srcOrd="0" destOrd="0" presId="urn:microsoft.com/office/officeart/2008/layout/LinedList"/>
    <dgm:cxn modelId="{7CB5A019-6457-4F75-9F10-557A504BFFB3}" type="presParOf" srcId="{E816AFF6-BC37-4FFB-B1D5-0013B8280FEB}" destId="{817760EB-4872-4E3D-BD62-734E5C37CFE5}" srcOrd="1" destOrd="0" presId="urn:microsoft.com/office/officeart/2008/layout/LinedList"/>
    <dgm:cxn modelId="{46E2A75E-8015-4AB3-98E2-C3BA72380156}" type="presParOf" srcId="{817760EB-4872-4E3D-BD62-734E5C37CFE5}" destId="{E9AA68BB-4B0B-41C0-A84B-FC5202C299CE}" srcOrd="0" destOrd="0" presId="urn:microsoft.com/office/officeart/2008/layout/LinedList"/>
    <dgm:cxn modelId="{66D1979B-8E65-438E-B7C8-9C92BCC9FE83}" type="presParOf" srcId="{817760EB-4872-4E3D-BD62-734E5C37CFE5}" destId="{DE5438F5-8A1B-4720-A5C7-292559CA809C}" srcOrd="1" destOrd="0" presId="urn:microsoft.com/office/officeart/2008/layout/LinedList"/>
    <dgm:cxn modelId="{E3BE1C99-F344-4FD2-89CB-0B278195D6C3}" type="presParOf" srcId="{E816AFF6-BC37-4FFB-B1D5-0013B8280FEB}" destId="{E3D2B537-A80D-4C19-B79D-21E1B5796088}" srcOrd="2" destOrd="0" presId="urn:microsoft.com/office/officeart/2008/layout/LinedList"/>
    <dgm:cxn modelId="{DC56B918-C7C5-4112-A7EF-C6E9D1DF91EA}" type="presParOf" srcId="{E816AFF6-BC37-4FFB-B1D5-0013B8280FEB}" destId="{C9F2CD46-B172-4DD4-A9C3-E07604854C86}" srcOrd="3" destOrd="0" presId="urn:microsoft.com/office/officeart/2008/layout/LinedList"/>
    <dgm:cxn modelId="{0DF825FD-A729-4A06-B134-70029DBBF92E}" type="presParOf" srcId="{C9F2CD46-B172-4DD4-A9C3-E07604854C86}" destId="{FBD44CA9-0C87-4874-BB87-5EFF1F4CE229}" srcOrd="0" destOrd="0" presId="urn:microsoft.com/office/officeart/2008/layout/LinedList"/>
    <dgm:cxn modelId="{92392D05-6C95-430A-8B26-C093F241E633}" type="presParOf" srcId="{C9F2CD46-B172-4DD4-A9C3-E07604854C86}" destId="{F23192EE-7072-4317-933A-8D6572EA027E}" srcOrd="1" destOrd="0" presId="urn:microsoft.com/office/officeart/2008/layout/LinedList"/>
    <dgm:cxn modelId="{53EDE67D-A285-42D0-937F-3D5D1AAB6A4A}" type="presParOf" srcId="{E816AFF6-BC37-4FFB-B1D5-0013B8280FEB}" destId="{45F36F1A-D9FF-4E2E-94F6-25802AE8C827}" srcOrd="4" destOrd="0" presId="urn:microsoft.com/office/officeart/2008/layout/LinedList"/>
    <dgm:cxn modelId="{5436C979-7FC8-4E28-8BB4-988A7833EA88}" type="presParOf" srcId="{E816AFF6-BC37-4FFB-B1D5-0013B8280FEB}" destId="{E8C7D3B1-926B-44C3-89C2-83FA60F18E23}" srcOrd="5" destOrd="0" presId="urn:microsoft.com/office/officeart/2008/layout/LinedList"/>
    <dgm:cxn modelId="{4E9ECD88-52F4-4D99-BB90-593CF1949A3D}" type="presParOf" srcId="{E8C7D3B1-926B-44C3-89C2-83FA60F18E23}" destId="{58E3706B-F1B8-4A13-BF17-4C3BFECFCEFD}" srcOrd="0" destOrd="0" presId="urn:microsoft.com/office/officeart/2008/layout/LinedList"/>
    <dgm:cxn modelId="{3B9742CE-3638-42CC-BB72-A99AAF4A4B88}" type="presParOf" srcId="{E8C7D3B1-926B-44C3-89C2-83FA60F18E23}" destId="{33C9BA2D-5182-459C-8462-1E44326FE33E}" srcOrd="1" destOrd="0" presId="urn:microsoft.com/office/officeart/2008/layout/LinedList"/>
    <dgm:cxn modelId="{2D72A68D-C4CA-4488-973F-CD588DC4AC04}" type="presParOf" srcId="{E816AFF6-BC37-4FFB-B1D5-0013B8280FEB}" destId="{B619C918-EB01-497E-BB39-BDF737B6580D}" srcOrd="6" destOrd="0" presId="urn:microsoft.com/office/officeart/2008/layout/LinedList"/>
    <dgm:cxn modelId="{7D79B69E-63A1-4E5B-B2FD-F1E2D7A76C0E}" type="presParOf" srcId="{E816AFF6-BC37-4FFB-B1D5-0013B8280FEB}" destId="{F3A7E5F2-C05A-4531-BBA5-DAD46539BF15}" srcOrd="7" destOrd="0" presId="urn:microsoft.com/office/officeart/2008/layout/LinedList"/>
    <dgm:cxn modelId="{2A4D22F9-254C-494B-B36C-3F873CB1DEE4}" type="presParOf" srcId="{F3A7E5F2-C05A-4531-BBA5-DAD46539BF15}" destId="{6F173259-37D6-4C51-B3F9-12936DFB5D52}" srcOrd="0" destOrd="0" presId="urn:microsoft.com/office/officeart/2008/layout/LinedList"/>
    <dgm:cxn modelId="{CD0B3C73-C528-4519-9FC3-42779F52CE9A}" type="presParOf" srcId="{F3A7E5F2-C05A-4531-BBA5-DAD46539BF15}" destId="{7EA75809-4D32-47EE-9AD1-6F28E190A510}" srcOrd="1" destOrd="0" presId="urn:microsoft.com/office/officeart/2008/layout/LinedList"/>
    <dgm:cxn modelId="{B2CF9D3F-7AEF-4F73-BA7D-D99391CFA15A}" type="presParOf" srcId="{E816AFF6-BC37-4FFB-B1D5-0013B8280FEB}" destId="{6A8ADD3B-BBB9-4809-9C74-F200A0675BE5}" srcOrd="8" destOrd="0" presId="urn:microsoft.com/office/officeart/2008/layout/LinedList"/>
    <dgm:cxn modelId="{A8F5315E-B9BF-4909-A07F-9DA93499401C}" type="presParOf" srcId="{E816AFF6-BC37-4FFB-B1D5-0013B8280FEB}" destId="{873F4632-858A-4EC5-80A3-A9050EC44A71}" srcOrd="9" destOrd="0" presId="urn:microsoft.com/office/officeart/2008/layout/LinedList"/>
    <dgm:cxn modelId="{2DB55C66-2C9E-4C4B-8340-319D194AC9D3}" type="presParOf" srcId="{873F4632-858A-4EC5-80A3-A9050EC44A71}" destId="{84491A8F-8A9D-41E6-A3A3-FFA19DCE88E2}" srcOrd="0" destOrd="0" presId="urn:microsoft.com/office/officeart/2008/layout/LinedList"/>
    <dgm:cxn modelId="{F9C61A28-C193-4C1A-AD1F-8B0E3667DED9}" type="presParOf" srcId="{873F4632-858A-4EC5-80A3-A9050EC44A71}" destId="{0DD46375-373A-426C-AFC9-81557EE3BE0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7F9E26F-9CCB-424A-BAD1-B6ED10C1C9AA}" type="doc">
      <dgm:prSet loTypeId="urn:microsoft.com/office/officeart/2005/8/layout/cycle2" loCatId="cycle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BC7BA7F-0414-42FA-9534-A13385AA766E}">
      <dgm:prSet phldrT="[Text]" phldr="0"/>
      <dgm:spPr/>
      <dgm:t>
        <a:bodyPr/>
        <a:lstStyle/>
        <a:p>
          <a:pPr algn="l"/>
          <a:r>
            <a:rPr lang="en-US">
              <a:latin typeface="Calibri"/>
            </a:rPr>
            <a:t> Confirmation</a:t>
          </a:r>
          <a:endParaRPr lang="en-US"/>
        </a:p>
      </dgm:t>
    </dgm:pt>
    <dgm:pt modelId="{37390349-E1AC-4773-A912-97B2D0C21E54}" type="parTrans" cxnId="{644023EA-82E0-457F-B291-7F005EA32E98}">
      <dgm:prSet/>
      <dgm:spPr/>
      <dgm:t>
        <a:bodyPr/>
        <a:lstStyle/>
        <a:p>
          <a:endParaRPr lang="en-US"/>
        </a:p>
      </dgm:t>
    </dgm:pt>
    <dgm:pt modelId="{AD2CF1F5-CCBC-4237-A965-0911EC194667}" type="sibTrans" cxnId="{644023EA-82E0-457F-B291-7F005EA32E98}">
      <dgm:prSet/>
      <dgm:spPr/>
      <dgm:t>
        <a:bodyPr/>
        <a:lstStyle/>
        <a:p>
          <a:endParaRPr lang="en-US"/>
        </a:p>
      </dgm:t>
    </dgm:pt>
    <dgm:pt modelId="{098A9BA4-8035-4C7D-9FD4-02726C875EC0}">
      <dgm:prSet phldr="0"/>
      <dgm:spPr/>
      <dgm:t>
        <a:bodyPr/>
        <a:lstStyle/>
        <a:p>
          <a:pPr algn="l" rtl="0"/>
          <a:r>
            <a:rPr lang="en-US">
              <a:latin typeface="Calibri"/>
            </a:rPr>
            <a:t>Login</a:t>
          </a:r>
        </a:p>
      </dgm:t>
    </dgm:pt>
    <dgm:pt modelId="{CFC55442-4D9E-43CD-A4F8-722A529B2991}" type="parTrans" cxnId="{5865B5AA-A7A7-46FF-859A-8D6BB6947AF1}">
      <dgm:prSet/>
      <dgm:spPr/>
    </dgm:pt>
    <dgm:pt modelId="{816BACC7-D1F0-4639-AD84-6CFB612DE11F}" type="sibTrans" cxnId="{5865B5AA-A7A7-46FF-859A-8D6BB6947AF1}">
      <dgm:prSet/>
      <dgm:spPr/>
      <dgm:t>
        <a:bodyPr/>
        <a:lstStyle/>
        <a:p>
          <a:endParaRPr lang="en-US"/>
        </a:p>
      </dgm:t>
    </dgm:pt>
    <dgm:pt modelId="{77B05E85-D911-4D97-9D77-8390558E42FE}">
      <dgm:prSet phldr="0"/>
      <dgm:spPr/>
      <dgm:t>
        <a:bodyPr/>
        <a:lstStyle/>
        <a:p>
          <a:pPr algn="l"/>
          <a:r>
            <a:rPr lang="en-US">
              <a:latin typeface="Calibri"/>
            </a:rPr>
            <a:t>Biometric Verification</a:t>
          </a:r>
        </a:p>
      </dgm:t>
    </dgm:pt>
    <dgm:pt modelId="{C9F5B249-E5B0-4EA7-81D8-6340CB48E322}" type="parTrans" cxnId="{196CD142-5FAD-4E2E-9CB4-9148EA501738}">
      <dgm:prSet/>
      <dgm:spPr/>
    </dgm:pt>
    <dgm:pt modelId="{3A7F8AB0-DE3D-4F62-8FE4-A638D12B36D3}" type="sibTrans" cxnId="{196CD142-5FAD-4E2E-9CB4-9148EA501738}">
      <dgm:prSet/>
      <dgm:spPr/>
      <dgm:t>
        <a:bodyPr/>
        <a:lstStyle/>
        <a:p>
          <a:endParaRPr lang="en-US"/>
        </a:p>
      </dgm:t>
    </dgm:pt>
    <dgm:pt modelId="{9C2C5559-0B6E-4ACE-9C87-2CBC796FA27A}">
      <dgm:prSet phldr="0"/>
      <dgm:spPr/>
      <dgm:t>
        <a:bodyPr/>
        <a:lstStyle/>
        <a:p>
          <a:pPr algn="l"/>
          <a:r>
            <a:rPr lang="en-US">
              <a:latin typeface="Calibri"/>
            </a:rPr>
            <a:t>View Elections</a:t>
          </a:r>
        </a:p>
      </dgm:t>
    </dgm:pt>
    <dgm:pt modelId="{F822CD76-8DA5-42A8-9EC4-E59BB07AE392}" type="parTrans" cxnId="{AFD5AE24-A952-4A89-BE83-D47AC326A66D}">
      <dgm:prSet/>
      <dgm:spPr/>
    </dgm:pt>
    <dgm:pt modelId="{67BBE6DB-3A72-4C6B-8FA7-0237CB0CBF7E}" type="sibTrans" cxnId="{AFD5AE24-A952-4A89-BE83-D47AC326A66D}">
      <dgm:prSet/>
      <dgm:spPr/>
      <dgm:t>
        <a:bodyPr/>
        <a:lstStyle/>
        <a:p>
          <a:endParaRPr lang="en-US"/>
        </a:p>
      </dgm:t>
    </dgm:pt>
    <dgm:pt modelId="{C0F7A308-3159-4C99-9C76-20BC40D4FC4C}">
      <dgm:prSet phldr="0"/>
      <dgm:spPr/>
      <dgm:t>
        <a:bodyPr/>
        <a:lstStyle/>
        <a:p>
          <a:pPr algn="l"/>
          <a:r>
            <a:rPr lang="en-US">
              <a:latin typeface="Calibri"/>
            </a:rPr>
            <a:t>Cast Vote</a:t>
          </a:r>
        </a:p>
      </dgm:t>
    </dgm:pt>
    <dgm:pt modelId="{E282F52F-98FA-4A98-823F-F63E9424E0A1}" type="parTrans" cxnId="{3339EF42-27D8-4CD9-A519-0A7C2D7B8842}">
      <dgm:prSet/>
      <dgm:spPr/>
    </dgm:pt>
    <dgm:pt modelId="{45F66799-743C-496F-AFF6-39B5F9FB988B}" type="sibTrans" cxnId="{3339EF42-27D8-4CD9-A519-0A7C2D7B8842}">
      <dgm:prSet/>
      <dgm:spPr/>
      <dgm:t>
        <a:bodyPr/>
        <a:lstStyle/>
        <a:p>
          <a:endParaRPr lang="en-US"/>
        </a:p>
      </dgm:t>
    </dgm:pt>
    <dgm:pt modelId="{964A779E-5322-487C-8EB6-E9533D482443}" type="pres">
      <dgm:prSet presAssocID="{97F9E26F-9CCB-424A-BAD1-B6ED10C1C9AA}" presName="cycle" presStyleCnt="0">
        <dgm:presLayoutVars>
          <dgm:dir/>
          <dgm:resizeHandles val="exact"/>
        </dgm:presLayoutVars>
      </dgm:prSet>
      <dgm:spPr/>
    </dgm:pt>
    <dgm:pt modelId="{EE4B5250-D5FD-4726-A6E9-1A8EF34DF768}" type="pres">
      <dgm:prSet presAssocID="{098A9BA4-8035-4C7D-9FD4-02726C875EC0}" presName="node" presStyleLbl="node1" presStyleIdx="0" presStyleCnt="5">
        <dgm:presLayoutVars>
          <dgm:bulletEnabled val="1"/>
        </dgm:presLayoutVars>
      </dgm:prSet>
      <dgm:spPr/>
    </dgm:pt>
    <dgm:pt modelId="{565BB87B-25EE-42A6-8A8C-0D03370D50B8}" type="pres">
      <dgm:prSet presAssocID="{816BACC7-D1F0-4639-AD84-6CFB612DE11F}" presName="sibTrans" presStyleLbl="sibTrans2D1" presStyleIdx="0" presStyleCnt="5"/>
      <dgm:spPr/>
    </dgm:pt>
    <dgm:pt modelId="{F5DCEC04-E303-4F89-9413-8DFD21C9CCE3}" type="pres">
      <dgm:prSet presAssocID="{816BACC7-D1F0-4639-AD84-6CFB612DE11F}" presName="connectorText" presStyleLbl="sibTrans2D1" presStyleIdx="0" presStyleCnt="5"/>
      <dgm:spPr/>
    </dgm:pt>
    <dgm:pt modelId="{C3031F40-C0DB-4A0D-9046-067AC04F54E9}" type="pres">
      <dgm:prSet presAssocID="{77B05E85-D911-4D97-9D77-8390558E42FE}" presName="node" presStyleLbl="node1" presStyleIdx="1" presStyleCnt="5">
        <dgm:presLayoutVars>
          <dgm:bulletEnabled val="1"/>
        </dgm:presLayoutVars>
      </dgm:prSet>
      <dgm:spPr/>
    </dgm:pt>
    <dgm:pt modelId="{B7FB71C5-45FA-47F8-A84B-A3205E995368}" type="pres">
      <dgm:prSet presAssocID="{3A7F8AB0-DE3D-4F62-8FE4-A638D12B36D3}" presName="sibTrans" presStyleLbl="sibTrans2D1" presStyleIdx="1" presStyleCnt="5"/>
      <dgm:spPr/>
    </dgm:pt>
    <dgm:pt modelId="{B24E670B-2149-4B36-8F8E-1A241D60C4F1}" type="pres">
      <dgm:prSet presAssocID="{3A7F8AB0-DE3D-4F62-8FE4-A638D12B36D3}" presName="connectorText" presStyleLbl="sibTrans2D1" presStyleIdx="1" presStyleCnt="5"/>
      <dgm:spPr/>
    </dgm:pt>
    <dgm:pt modelId="{3E017E96-AA53-4172-9FC0-C896DDBFB37D}" type="pres">
      <dgm:prSet presAssocID="{9C2C5559-0B6E-4ACE-9C87-2CBC796FA27A}" presName="node" presStyleLbl="node1" presStyleIdx="2" presStyleCnt="5">
        <dgm:presLayoutVars>
          <dgm:bulletEnabled val="1"/>
        </dgm:presLayoutVars>
      </dgm:prSet>
      <dgm:spPr/>
    </dgm:pt>
    <dgm:pt modelId="{0FFE5F53-4C53-4E45-8DB4-248C9F46616E}" type="pres">
      <dgm:prSet presAssocID="{67BBE6DB-3A72-4C6B-8FA7-0237CB0CBF7E}" presName="sibTrans" presStyleLbl="sibTrans2D1" presStyleIdx="2" presStyleCnt="5"/>
      <dgm:spPr/>
    </dgm:pt>
    <dgm:pt modelId="{B323FD01-D5B3-485E-9991-3508852DA457}" type="pres">
      <dgm:prSet presAssocID="{67BBE6DB-3A72-4C6B-8FA7-0237CB0CBF7E}" presName="connectorText" presStyleLbl="sibTrans2D1" presStyleIdx="2" presStyleCnt="5"/>
      <dgm:spPr/>
    </dgm:pt>
    <dgm:pt modelId="{15185233-4EA3-49C4-B3EE-C43CFE055224}" type="pres">
      <dgm:prSet presAssocID="{C0F7A308-3159-4C99-9C76-20BC40D4FC4C}" presName="node" presStyleLbl="node1" presStyleIdx="3" presStyleCnt="5">
        <dgm:presLayoutVars>
          <dgm:bulletEnabled val="1"/>
        </dgm:presLayoutVars>
      </dgm:prSet>
      <dgm:spPr/>
    </dgm:pt>
    <dgm:pt modelId="{FD3E1BC0-94C4-4A0E-A627-E9435419C059}" type="pres">
      <dgm:prSet presAssocID="{45F66799-743C-496F-AFF6-39B5F9FB988B}" presName="sibTrans" presStyleLbl="sibTrans2D1" presStyleIdx="3" presStyleCnt="5"/>
      <dgm:spPr/>
    </dgm:pt>
    <dgm:pt modelId="{85531A6E-1225-4A6D-AD22-3C1F42233640}" type="pres">
      <dgm:prSet presAssocID="{45F66799-743C-496F-AFF6-39B5F9FB988B}" presName="connectorText" presStyleLbl="sibTrans2D1" presStyleIdx="3" presStyleCnt="5"/>
      <dgm:spPr/>
    </dgm:pt>
    <dgm:pt modelId="{61220EEE-E2C9-41F1-A991-5A928A4827E5}" type="pres">
      <dgm:prSet presAssocID="{3BC7BA7F-0414-42FA-9534-A13385AA766E}" presName="node" presStyleLbl="node1" presStyleIdx="4" presStyleCnt="5">
        <dgm:presLayoutVars>
          <dgm:bulletEnabled val="1"/>
        </dgm:presLayoutVars>
      </dgm:prSet>
      <dgm:spPr/>
    </dgm:pt>
    <dgm:pt modelId="{C5FC3676-51DE-41BD-A659-6C97B6B57071}" type="pres">
      <dgm:prSet presAssocID="{AD2CF1F5-CCBC-4237-A965-0911EC194667}" presName="sibTrans" presStyleLbl="sibTrans2D1" presStyleIdx="4" presStyleCnt="5"/>
      <dgm:spPr/>
    </dgm:pt>
    <dgm:pt modelId="{92C84BF8-CCCC-4999-9215-6AFA5F3F872A}" type="pres">
      <dgm:prSet presAssocID="{AD2CF1F5-CCBC-4237-A965-0911EC194667}" presName="connectorText" presStyleLbl="sibTrans2D1" presStyleIdx="4" presStyleCnt="5"/>
      <dgm:spPr/>
    </dgm:pt>
  </dgm:ptLst>
  <dgm:cxnLst>
    <dgm:cxn modelId="{3EB96B0C-6B5F-4DB8-A3EB-5FF11CF42A20}" type="presOf" srcId="{816BACC7-D1F0-4639-AD84-6CFB612DE11F}" destId="{F5DCEC04-E303-4F89-9413-8DFD21C9CCE3}" srcOrd="1" destOrd="0" presId="urn:microsoft.com/office/officeart/2005/8/layout/cycle2"/>
    <dgm:cxn modelId="{58444410-4034-4DC9-A590-033B479AEA17}" type="presOf" srcId="{816BACC7-D1F0-4639-AD84-6CFB612DE11F}" destId="{565BB87B-25EE-42A6-8A8C-0D03370D50B8}" srcOrd="0" destOrd="0" presId="urn:microsoft.com/office/officeart/2005/8/layout/cycle2"/>
    <dgm:cxn modelId="{8D8F6719-F8D3-4EE2-8FDA-F48E8E7DB34F}" type="presOf" srcId="{AD2CF1F5-CCBC-4237-A965-0911EC194667}" destId="{92C84BF8-CCCC-4999-9215-6AFA5F3F872A}" srcOrd="1" destOrd="0" presId="urn:microsoft.com/office/officeart/2005/8/layout/cycle2"/>
    <dgm:cxn modelId="{AFD5AE24-A952-4A89-BE83-D47AC326A66D}" srcId="{97F9E26F-9CCB-424A-BAD1-B6ED10C1C9AA}" destId="{9C2C5559-0B6E-4ACE-9C87-2CBC796FA27A}" srcOrd="2" destOrd="0" parTransId="{F822CD76-8DA5-42A8-9EC4-E59BB07AE392}" sibTransId="{67BBE6DB-3A72-4C6B-8FA7-0237CB0CBF7E}"/>
    <dgm:cxn modelId="{8CEADA5C-A471-44A6-BC29-2658B80A0451}" type="presOf" srcId="{45F66799-743C-496F-AFF6-39B5F9FB988B}" destId="{FD3E1BC0-94C4-4A0E-A627-E9435419C059}" srcOrd="0" destOrd="0" presId="urn:microsoft.com/office/officeart/2005/8/layout/cycle2"/>
    <dgm:cxn modelId="{196CD142-5FAD-4E2E-9CB4-9148EA501738}" srcId="{97F9E26F-9CCB-424A-BAD1-B6ED10C1C9AA}" destId="{77B05E85-D911-4D97-9D77-8390558E42FE}" srcOrd="1" destOrd="0" parTransId="{C9F5B249-E5B0-4EA7-81D8-6340CB48E322}" sibTransId="{3A7F8AB0-DE3D-4F62-8FE4-A638D12B36D3}"/>
    <dgm:cxn modelId="{3339EF42-27D8-4CD9-A519-0A7C2D7B8842}" srcId="{97F9E26F-9CCB-424A-BAD1-B6ED10C1C9AA}" destId="{C0F7A308-3159-4C99-9C76-20BC40D4FC4C}" srcOrd="3" destOrd="0" parTransId="{E282F52F-98FA-4A98-823F-F63E9424E0A1}" sibTransId="{45F66799-743C-496F-AFF6-39B5F9FB988B}"/>
    <dgm:cxn modelId="{70DB5675-7DE7-4C34-B15A-622C00C6D282}" type="presOf" srcId="{098A9BA4-8035-4C7D-9FD4-02726C875EC0}" destId="{EE4B5250-D5FD-4726-A6E9-1A8EF34DF768}" srcOrd="0" destOrd="0" presId="urn:microsoft.com/office/officeart/2005/8/layout/cycle2"/>
    <dgm:cxn modelId="{643C2358-4868-48C8-8C56-163D4E8918D8}" type="presOf" srcId="{AD2CF1F5-CCBC-4237-A965-0911EC194667}" destId="{C5FC3676-51DE-41BD-A659-6C97B6B57071}" srcOrd="0" destOrd="0" presId="urn:microsoft.com/office/officeart/2005/8/layout/cycle2"/>
    <dgm:cxn modelId="{79A7A27B-5AB1-40D8-A162-19CE060BD4C8}" type="presOf" srcId="{67BBE6DB-3A72-4C6B-8FA7-0237CB0CBF7E}" destId="{0FFE5F53-4C53-4E45-8DB4-248C9F46616E}" srcOrd="0" destOrd="0" presId="urn:microsoft.com/office/officeart/2005/8/layout/cycle2"/>
    <dgm:cxn modelId="{B7D98487-B67C-4DAC-AFEF-5A08F63D44BE}" type="presOf" srcId="{77B05E85-D911-4D97-9D77-8390558E42FE}" destId="{C3031F40-C0DB-4A0D-9046-067AC04F54E9}" srcOrd="0" destOrd="0" presId="urn:microsoft.com/office/officeart/2005/8/layout/cycle2"/>
    <dgm:cxn modelId="{5CDB7E89-7684-4D55-9DF5-3C2757A6C834}" type="presOf" srcId="{3BC7BA7F-0414-42FA-9534-A13385AA766E}" destId="{61220EEE-E2C9-41F1-A991-5A928A4827E5}" srcOrd="0" destOrd="0" presId="urn:microsoft.com/office/officeart/2005/8/layout/cycle2"/>
    <dgm:cxn modelId="{5865B5AA-A7A7-46FF-859A-8D6BB6947AF1}" srcId="{97F9E26F-9CCB-424A-BAD1-B6ED10C1C9AA}" destId="{098A9BA4-8035-4C7D-9FD4-02726C875EC0}" srcOrd="0" destOrd="0" parTransId="{CFC55442-4D9E-43CD-A4F8-722A529B2991}" sibTransId="{816BACC7-D1F0-4639-AD84-6CFB612DE11F}"/>
    <dgm:cxn modelId="{0A6470AC-0262-417F-9482-53B38FB6E600}" type="presOf" srcId="{C0F7A308-3159-4C99-9C76-20BC40D4FC4C}" destId="{15185233-4EA3-49C4-B3EE-C43CFE055224}" srcOrd="0" destOrd="0" presId="urn:microsoft.com/office/officeart/2005/8/layout/cycle2"/>
    <dgm:cxn modelId="{F89140B4-EB83-4347-B3BD-8166FA602125}" type="presOf" srcId="{45F66799-743C-496F-AFF6-39B5F9FB988B}" destId="{85531A6E-1225-4A6D-AD22-3C1F42233640}" srcOrd="1" destOrd="0" presId="urn:microsoft.com/office/officeart/2005/8/layout/cycle2"/>
    <dgm:cxn modelId="{DC8F01B8-F85B-4DFB-A5C8-86DC5CE13E1F}" type="presOf" srcId="{3A7F8AB0-DE3D-4F62-8FE4-A638D12B36D3}" destId="{B24E670B-2149-4B36-8F8E-1A241D60C4F1}" srcOrd="1" destOrd="0" presId="urn:microsoft.com/office/officeart/2005/8/layout/cycle2"/>
    <dgm:cxn modelId="{C036A1C3-2F44-4F0F-B471-6AF7A0FA976B}" type="presOf" srcId="{9C2C5559-0B6E-4ACE-9C87-2CBC796FA27A}" destId="{3E017E96-AA53-4172-9FC0-C896DDBFB37D}" srcOrd="0" destOrd="0" presId="urn:microsoft.com/office/officeart/2005/8/layout/cycle2"/>
    <dgm:cxn modelId="{1E2EC4CB-F0A5-40B2-8516-FBD9360EC7C5}" type="presOf" srcId="{97F9E26F-9CCB-424A-BAD1-B6ED10C1C9AA}" destId="{964A779E-5322-487C-8EB6-E9533D482443}" srcOrd="0" destOrd="0" presId="urn:microsoft.com/office/officeart/2005/8/layout/cycle2"/>
    <dgm:cxn modelId="{1160B2DE-5374-43B0-BE2D-8B8C9A3DD982}" type="presOf" srcId="{67BBE6DB-3A72-4C6B-8FA7-0237CB0CBF7E}" destId="{B323FD01-D5B3-485E-9991-3508852DA457}" srcOrd="1" destOrd="0" presId="urn:microsoft.com/office/officeart/2005/8/layout/cycle2"/>
    <dgm:cxn modelId="{644023EA-82E0-457F-B291-7F005EA32E98}" srcId="{97F9E26F-9CCB-424A-BAD1-B6ED10C1C9AA}" destId="{3BC7BA7F-0414-42FA-9534-A13385AA766E}" srcOrd="4" destOrd="0" parTransId="{37390349-E1AC-4773-A912-97B2D0C21E54}" sibTransId="{AD2CF1F5-CCBC-4237-A965-0911EC194667}"/>
    <dgm:cxn modelId="{B95236EE-1367-48B2-A6EA-ECF95FA430F9}" type="presOf" srcId="{3A7F8AB0-DE3D-4F62-8FE4-A638D12B36D3}" destId="{B7FB71C5-45FA-47F8-A84B-A3205E995368}" srcOrd="0" destOrd="0" presId="urn:microsoft.com/office/officeart/2005/8/layout/cycle2"/>
    <dgm:cxn modelId="{FEBE86F4-EE89-4E2F-81E5-9E0ECB664897}" type="presParOf" srcId="{964A779E-5322-487C-8EB6-E9533D482443}" destId="{EE4B5250-D5FD-4726-A6E9-1A8EF34DF768}" srcOrd="0" destOrd="0" presId="urn:microsoft.com/office/officeart/2005/8/layout/cycle2"/>
    <dgm:cxn modelId="{B7487EF2-6E49-462A-B685-2F8A7A000967}" type="presParOf" srcId="{964A779E-5322-487C-8EB6-E9533D482443}" destId="{565BB87B-25EE-42A6-8A8C-0D03370D50B8}" srcOrd="1" destOrd="0" presId="urn:microsoft.com/office/officeart/2005/8/layout/cycle2"/>
    <dgm:cxn modelId="{FBA8893E-BC04-46EF-A653-F2AAACA44282}" type="presParOf" srcId="{565BB87B-25EE-42A6-8A8C-0D03370D50B8}" destId="{F5DCEC04-E303-4F89-9413-8DFD21C9CCE3}" srcOrd="0" destOrd="0" presId="urn:microsoft.com/office/officeart/2005/8/layout/cycle2"/>
    <dgm:cxn modelId="{D7C5027F-2101-4407-A1F1-48CD4AEB2A56}" type="presParOf" srcId="{964A779E-5322-487C-8EB6-E9533D482443}" destId="{C3031F40-C0DB-4A0D-9046-067AC04F54E9}" srcOrd="2" destOrd="0" presId="urn:microsoft.com/office/officeart/2005/8/layout/cycle2"/>
    <dgm:cxn modelId="{CA13AFD0-2B61-4B57-94DA-A4D1A7FBB8E9}" type="presParOf" srcId="{964A779E-5322-487C-8EB6-E9533D482443}" destId="{B7FB71C5-45FA-47F8-A84B-A3205E995368}" srcOrd="3" destOrd="0" presId="urn:microsoft.com/office/officeart/2005/8/layout/cycle2"/>
    <dgm:cxn modelId="{46C6174A-698F-47E5-A834-FBCB8DB36295}" type="presParOf" srcId="{B7FB71C5-45FA-47F8-A84B-A3205E995368}" destId="{B24E670B-2149-4B36-8F8E-1A241D60C4F1}" srcOrd="0" destOrd="0" presId="urn:microsoft.com/office/officeart/2005/8/layout/cycle2"/>
    <dgm:cxn modelId="{02528878-7ABF-4179-AD35-2507B8D8B7BD}" type="presParOf" srcId="{964A779E-5322-487C-8EB6-E9533D482443}" destId="{3E017E96-AA53-4172-9FC0-C896DDBFB37D}" srcOrd="4" destOrd="0" presId="urn:microsoft.com/office/officeart/2005/8/layout/cycle2"/>
    <dgm:cxn modelId="{E6FF2C48-60E6-4E94-8371-DBCC66153D4C}" type="presParOf" srcId="{964A779E-5322-487C-8EB6-E9533D482443}" destId="{0FFE5F53-4C53-4E45-8DB4-248C9F46616E}" srcOrd="5" destOrd="0" presId="urn:microsoft.com/office/officeart/2005/8/layout/cycle2"/>
    <dgm:cxn modelId="{A2572B25-756E-409C-A62B-71BFDA1C8D9E}" type="presParOf" srcId="{0FFE5F53-4C53-4E45-8DB4-248C9F46616E}" destId="{B323FD01-D5B3-485E-9991-3508852DA457}" srcOrd="0" destOrd="0" presId="urn:microsoft.com/office/officeart/2005/8/layout/cycle2"/>
    <dgm:cxn modelId="{85BB1C06-C653-4CA6-BB42-387139C4A37A}" type="presParOf" srcId="{964A779E-5322-487C-8EB6-E9533D482443}" destId="{15185233-4EA3-49C4-B3EE-C43CFE055224}" srcOrd="6" destOrd="0" presId="urn:microsoft.com/office/officeart/2005/8/layout/cycle2"/>
    <dgm:cxn modelId="{658CAE4A-91AC-4FB2-B228-3F29704B2061}" type="presParOf" srcId="{964A779E-5322-487C-8EB6-E9533D482443}" destId="{FD3E1BC0-94C4-4A0E-A627-E9435419C059}" srcOrd="7" destOrd="0" presId="urn:microsoft.com/office/officeart/2005/8/layout/cycle2"/>
    <dgm:cxn modelId="{AFB79E75-5218-445F-97D3-A9536DE3DEBA}" type="presParOf" srcId="{FD3E1BC0-94C4-4A0E-A627-E9435419C059}" destId="{85531A6E-1225-4A6D-AD22-3C1F42233640}" srcOrd="0" destOrd="0" presId="urn:microsoft.com/office/officeart/2005/8/layout/cycle2"/>
    <dgm:cxn modelId="{9F566C24-3B38-4F6A-8C24-2AFAFDDB9169}" type="presParOf" srcId="{964A779E-5322-487C-8EB6-E9533D482443}" destId="{61220EEE-E2C9-41F1-A991-5A928A4827E5}" srcOrd="8" destOrd="0" presId="urn:microsoft.com/office/officeart/2005/8/layout/cycle2"/>
    <dgm:cxn modelId="{48DED3A6-ACC1-465A-866E-202E42BBE47C}" type="presParOf" srcId="{964A779E-5322-487C-8EB6-E9533D482443}" destId="{C5FC3676-51DE-41BD-A659-6C97B6B57071}" srcOrd="9" destOrd="0" presId="urn:microsoft.com/office/officeart/2005/8/layout/cycle2"/>
    <dgm:cxn modelId="{D544FC2E-9587-4C9A-8A70-6FFED7D18385}" type="presParOf" srcId="{C5FC3676-51DE-41BD-A659-6C97B6B57071}" destId="{92C84BF8-CCCC-4999-9215-6AFA5F3F872A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109BB63-DEC9-4D0A-A32C-A865A3BCD4D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AA4B256-9DDC-4E01-B23A-F55DC4A3037C}">
      <dgm:prSet/>
      <dgm:spPr/>
      <dgm:t>
        <a:bodyPr/>
        <a:lstStyle/>
        <a:p>
          <a:r>
            <a:rPr lang="en-US"/>
            <a:t>Real-time election observation</a:t>
          </a:r>
        </a:p>
      </dgm:t>
    </dgm:pt>
    <dgm:pt modelId="{4F886DC9-3439-4B48-8AA4-EC1FA5A00763}" type="parTrans" cxnId="{702E598C-EC6F-469B-9CB2-44D9CAB01509}">
      <dgm:prSet/>
      <dgm:spPr/>
      <dgm:t>
        <a:bodyPr/>
        <a:lstStyle/>
        <a:p>
          <a:endParaRPr lang="en-US"/>
        </a:p>
      </dgm:t>
    </dgm:pt>
    <dgm:pt modelId="{D672A212-21EA-4B70-8CBD-94DE1F93F85C}" type="sibTrans" cxnId="{702E598C-EC6F-469B-9CB2-44D9CAB01509}">
      <dgm:prSet/>
      <dgm:spPr/>
      <dgm:t>
        <a:bodyPr/>
        <a:lstStyle/>
        <a:p>
          <a:endParaRPr lang="en-US"/>
        </a:p>
      </dgm:t>
    </dgm:pt>
    <dgm:pt modelId="{5F4554EF-CAED-487B-9EB5-76186B814EF0}">
      <dgm:prSet/>
      <dgm:spPr/>
      <dgm:t>
        <a:bodyPr/>
        <a:lstStyle/>
        <a:p>
          <a:r>
            <a:rPr lang="en-US"/>
            <a:t>Cannot modify data</a:t>
          </a:r>
        </a:p>
      </dgm:t>
    </dgm:pt>
    <dgm:pt modelId="{2429D03B-7B4C-4A3E-AAFD-CE00188CF0F6}" type="parTrans" cxnId="{EDF5537C-8C65-4BBD-AAD2-AEDE98068D85}">
      <dgm:prSet/>
      <dgm:spPr/>
      <dgm:t>
        <a:bodyPr/>
        <a:lstStyle/>
        <a:p>
          <a:endParaRPr lang="en-US"/>
        </a:p>
      </dgm:t>
    </dgm:pt>
    <dgm:pt modelId="{561E3A3F-4F8D-4A47-816D-865A522B2775}" type="sibTrans" cxnId="{EDF5537C-8C65-4BBD-AAD2-AEDE98068D85}">
      <dgm:prSet/>
      <dgm:spPr/>
      <dgm:t>
        <a:bodyPr/>
        <a:lstStyle/>
        <a:p>
          <a:endParaRPr lang="en-US"/>
        </a:p>
      </dgm:t>
    </dgm:pt>
    <dgm:pt modelId="{4A4B0CCC-8CC8-420C-BFA2-6233E2842DBA}">
      <dgm:prSet/>
      <dgm:spPr/>
      <dgm:t>
        <a:bodyPr/>
        <a:lstStyle/>
        <a:p>
          <a:r>
            <a:rPr lang="en-US"/>
            <a:t>Advanced filtering</a:t>
          </a:r>
        </a:p>
      </dgm:t>
    </dgm:pt>
    <dgm:pt modelId="{0F53890E-9947-4602-A602-6F58344B0816}" type="parTrans" cxnId="{092B86E5-3090-48EF-8BEF-846AD6D20A48}">
      <dgm:prSet/>
      <dgm:spPr/>
      <dgm:t>
        <a:bodyPr/>
        <a:lstStyle/>
        <a:p>
          <a:endParaRPr lang="en-US"/>
        </a:p>
      </dgm:t>
    </dgm:pt>
    <dgm:pt modelId="{68F75DA5-C8D6-424B-BF98-3905BA164383}" type="sibTrans" cxnId="{092B86E5-3090-48EF-8BEF-846AD6D20A48}">
      <dgm:prSet/>
      <dgm:spPr/>
      <dgm:t>
        <a:bodyPr/>
        <a:lstStyle/>
        <a:p>
          <a:endParaRPr lang="en-US"/>
        </a:p>
      </dgm:t>
    </dgm:pt>
    <dgm:pt modelId="{D4082133-5205-4175-BA2F-E8CF2DED5A5D}">
      <dgm:prSet/>
      <dgm:spPr/>
      <dgm:t>
        <a:bodyPr/>
        <a:lstStyle/>
        <a:p>
          <a:r>
            <a:rPr lang="en-US"/>
            <a:t>Verify results &amp; logs</a:t>
          </a:r>
        </a:p>
      </dgm:t>
    </dgm:pt>
    <dgm:pt modelId="{97F0AA7C-7578-44E3-A064-2DC823EBD0DC}" type="parTrans" cxnId="{3876A61D-3B34-4611-B43F-8F3910A7040E}">
      <dgm:prSet/>
      <dgm:spPr/>
      <dgm:t>
        <a:bodyPr/>
        <a:lstStyle/>
        <a:p>
          <a:endParaRPr lang="en-US"/>
        </a:p>
      </dgm:t>
    </dgm:pt>
    <dgm:pt modelId="{46F3C347-CC53-4FFF-B76F-FEDF6A681925}" type="sibTrans" cxnId="{3876A61D-3B34-4611-B43F-8F3910A7040E}">
      <dgm:prSet/>
      <dgm:spPr/>
      <dgm:t>
        <a:bodyPr/>
        <a:lstStyle/>
        <a:p>
          <a:endParaRPr lang="en-US"/>
        </a:p>
      </dgm:t>
    </dgm:pt>
    <dgm:pt modelId="{ADB5EB0D-1396-49D5-88D8-84A7F6C927AA}" type="pres">
      <dgm:prSet presAssocID="{E109BB63-DEC9-4D0A-A32C-A865A3BCD4DD}" presName="linear" presStyleCnt="0">
        <dgm:presLayoutVars>
          <dgm:animLvl val="lvl"/>
          <dgm:resizeHandles val="exact"/>
        </dgm:presLayoutVars>
      </dgm:prSet>
      <dgm:spPr/>
    </dgm:pt>
    <dgm:pt modelId="{2E28CFD3-A8C1-43D8-A8D9-D49C920838C5}" type="pres">
      <dgm:prSet presAssocID="{4AA4B256-9DDC-4E01-B23A-F55DC4A3037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42C1F27-6E37-40D3-8D39-8235A58D9A96}" type="pres">
      <dgm:prSet presAssocID="{D672A212-21EA-4B70-8CBD-94DE1F93F85C}" presName="spacer" presStyleCnt="0"/>
      <dgm:spPr/>
    </dgm:pt>
    <dgm:pt modelId="{2F99A50D-839E-423A-B5B0-D100F57B749B}" type="pres">
      <dgm:prSet presAssocID="{5F4554EF-CAED-487B-9EB5-76186B814E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457AB78-8273-4A21-B6E7-470F4FA25378}" type="pres">
      <dgm:prSet presAssocID="{561E3A3F-4F8D-4A47-816D-865A522B2775}" presName="spacer" presStyleCnt="0"/>
      <dgm:spPr/>
    </dgm:pt>
    <dgm:pt modelId="{A809C96B-CBF9-4C95-A368-CC8320275193}" type="pres">
      <dgm:prSet presAssocID="{4A4B0CCC-8CC8-420C-BFA2-6233E2842D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CEC2829-40C0-42F9-B23F-2003BEFCE949}" type="pres">
      <dgm:prSet presAssocID="{68F75DA5-C8D6-424B-BF98-3905BA164383}" presName="spacer" presStyleCnt="0"/>
      <dgm:spPr/>
    </dgm:pt>
    <dgm:pt modelId="{C8214F28-FF08-42DF-BB8D-FFF839503F4D}" type="pres">
      <dgm:prSet presAssocID="{D4082133-5205-4175-BA2F-E8CF2DED5A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6B1390F-248F-436F-9281-5571789BDCA6}" type="presOf" srcId="{4AA4B256-9DDC-4E01-B23A-F55DC4A3037C}" destId="{2E28CFD3-A8C1-43D8-A8D9-D49C920838C5}" srcOrd="0" destOrd="0" presId="urn:microsoft.com/office/officeart/2005/8/layout/vList2"/>
    <dgm:cxn modelId="{D0F28412-F560-4A6C-9C80-E00222D7B3A1}" type="presOf" srcId="{5F4554EF-CAED-487B-9EB5-76186B814EF0}" destId="{2F99A50D-839E-423A-B5B0-D100F57B749B}" srcOrd="0" destOrd="0" presId="urn:microsoft.com/office/officeart/2005/8/layout/vList2"/>
    <dgm:cxn modelId="{3876A61D-3B34-4611-B43F-8F3910A7040E}" srcId="{E109BB63-DEC9-4D0A-A32C-A865A3BCD4DD}" destId="{D4082133-5205-4175-BA2F-E8CF2DED5A5D}" srcOrd="3" destOrd="0" parTransId="{97F0AA7C-7578-44E3-A064-2DC823EBD0DC}" sibTransId="{46F3C347-CC53-4FFF-B76F-FEDF6A681925}"/>
    <dgm:cxn modelId="{6CCF0E50-8946-4702-A47F-9C27D84A820B}" type="presOf" srcId="{E109BB63-DEC9-4D0A-A32C-A865A3BCD4DD}" destId="{ADB5EB0D-1396-49D5-88D8-84A7F6C927AA}" srcOrd="0" destOrd="0" presId="urn:microsoft.com/office/officeart/2005/8/layout/vList2"/>
    <dgm:cxn modelId="{40F4D971-9E09-4314-9D95-CE7DBD9B1F5F}" type="presOf" srcId="{4A4B0CCC-8CC8-420C-BFA2-6233E2842DBA}" destId="{A809C96B-CBF9-4C95-A368-CC8320275193}" srcOrd="0" destOrd="0" presId="urn:microsoft.com/office/officeart/2005/8/layout/vList2"/>
    <dgm:cxn modelId="{EDF5537C-8C65-4BBD-AAD2-AEDE98068D85}" srcId="{E109BB63-DEC9-4D0A-A32C-A865A3BCD4DD}" destId="{5F4554EF-CAED-487B-9EB5-76186B814EF0}" srcOrd="1" destOrd="0" parTransId="{2429D03B-7B4C-4A3E-AAFD-CE00188CF0F6}" sibTransId="{561E3A3F-4F8D-4A47-816D-865A522B2775}"/>
    <dgm:cxn modelId="{702E598C-EC6F-469B-9CB2-44D9CAB01509}" srcId="{E109BB63-DEC9-4D0A-A32C-A865A3BCD4DD}" destId="{4AA4B256-9DDC-4E01-B23A-F55DC4A3037C}" srcOrd="0" destOrd="0" parTransId="{4F886DC9-3439-4B48-8AA4-EC1FA5A00763}" sibTransId="{D672A212-21EA-4B70-8CBD-94DE1F93F85C}"/>
    <dgm:cxn modelId="{761FE1A4-DB1E-4C7B-9F4D-1CBC15934117}" type="presOf" srcId="{D4082133-5205-4175-BA2F-E8CF2DED5A5D}" destId="{C8214F28-FF08-42DF-BB8D-FFF839503F4D}" srcOrd="0" destOrd="0" presId="urn:microsoft.com/office/officeart/2005/8/layout/vList2"/>
    <dgm:cxn modelId="{092B86E5-3090-48EF-8BEF-846AD6D20A48}" srcId="{E109BB63-DEC9-4D0A-A32C-A865A3BCD4DD}" destId="{4A4B0CCC-8CC8-420C-BFA2-6233E2842DBA}" srcOrd="2" destOrd="0" parTransId="{0F53890E-9947-4602-A602-6F58344B0816}" sibTransId="{68F75DA5-C8D6-424B-BF98-3905BA164383}"/>
    <dgm:cxn modelId="{8CA22659-C6A8-46AC-9D40-0A14333A10C8}" type="presParOf" srcId="{ADB5EB0D-1396-49D5-88D8-84A7F6C927AA}" destId="{2E28CFD3-A8C1-43D8-A8D9-D49C920838C5}" srcOrd="0" destOrd="0" presId="urn:microsoft.com/office/officeart/2005/8/layout/vList2"/>
    <dgm:cxn modelId="{FA6E6288-6FAA-4462-AB42-F9AE308E9273}" type="presParOf" srcId="{ADB5EB0D-1396-49D5-88D8-84A7F6C927AA}" destId="{842C1F27-6E37-40D3-8D39-8235A58D9A96}" srcOrd="1" destOrd="0" presId="urn:microsoft.com/office/officeart/2005/8/layout/vList2"/>
    <dgm:cxn modelId="{2DB24013-FE70-4E7A-8735-9CD9FA173F45}" type="presParOf" srcId="{ADB5EB0D-1396-49D5-88D8-84A7F6C927AA}" destId="{2F99A50D-839E-423A-B5B0-D100F57B749B}" srcOrd="2" destOrd="0" presId="urn:microsoft.com/office/officeart/2005/8/layout/vList2"/>
    <dgm:cxn modelId="{0124B1C1-9258-409C-BCC9-081445628959}" type="presParOf" srcId="{ADB5EB0D-1396-49D5-88D8-84A7F6C927AA}" destId="{7457AB78-8273-4A21-B6E7-470F4FA25378}" srcOrd="3" destOrd="0" presId="urn:microsoft.com/office/officeart/2005/8/layout/vList2"/>
    <dgm:cxn modelId="{704FED5F-FB77-4509-A925-79B53E9527B5}" type="presParOf" srcId="{ADB5EB0D-1396-49D5-88D8-84A7F6C927AA}" destId="{A809C96B-CBF9-4C95-A368-CC8320275193}" srcOrd="4" destOrd="0" presId="urn:microsoft.com/office/officeart/2005/8/layout/vList2"/>
    <dgm:cxn modelId="{37A8727D-E35A-4F19-A8CE-904C164A2E11}" type="presParOf" srcId="{ADB5EB0D-1396-49D5-88D8-84A7F6C927AA}" destId="{9CEC2829-40C0-42F9-B23F-2003BEFCE949}" srcOrd="5" destOrd="0" presId="urn:microsoft.com/office/officeart/2005/8/layout/vList2"/>
    <dgm:cxn modelId="{DD73238F-5784-4997-A077-65EFD01FC403}" type="presParOf" srcId="{ADB5EB0D-1396-49D5-88D8-84A7F6C927AA}" destId="{C8214F28-FF08-42DF-BB8D-FFF839503F4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369BAE-2A45-43C1-B50B-B98AE37D610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3F09F0B-8B6D-48C8-90D0-8D2D603F3FCA}">
      <dgm:prSet/>
      <dgm:spPr/>
      <dgm:t>
        <a:bodyPr/>
        <a:lstStyle/>
        <a:p>
          <a:r>
            <a:rPr lang="en-US" dirty="0"/>
            <a:t>SDG 5: Gender Equality</a:t>
          </a:r>
        </a:p>
      </dgm:t>
    </dgm:pt>
    <dgm:pt modelId="{B5613BA8-0650-4D9F-8F82-CDB2E1D3CEC9}" type="parTrans" cxnId="{D806826D-8E82-411C-AF33-BF4F7562AF13}">
      <dgm:prSet/>
      <dgm:spPr/>
      <dgm:t>
        <a:bodyPr/>
        <a:lstStyle/>
        <a:p>
          <a:endParaRPr lang="en-US"/>
        </a:p>
      </dgm:t>
    </dgm:pt>
    <dgm:pt modelId="{6A0C37CB-3DDD-4A47-ABAC-14850883048B}" type="sibTrans" cxnId="{D806826D-8E82-411C-AF33-BF4F7562AF13}">
      <dgm:prSet/>
      <dgm:spPr/>
      <dgm:t>
        <a:bodyPr/>
        <a:lstStyle/>
        <a:p>
          <a:endParaRPr lang="en-US"/>
        </a:p>
      </dgm:t>
    </dgm:pt>
    <dgm:pt modelId="{8A74D6D0-2512-417B-8062-37446C751B7F}">
      <dgm:prSet/>
      <dgm:spPr/>
      <dgm:t>
        <a:bodyPr/>
        <a:lstStyle/>
        <a:p>
          <a:pPr rtl="0"/>
          <a:r>
            <a:rPr lang="en-US" dirty="0"/>
            <a:t>SDG 9: </a:t>
          </a:r>
          <a:r>
            <a:rPr lang="en-US" dirty="0">
              <a:latin typeface="Calibri"/>
            </a:rPr>
            <a:t>Industry, Innovation &amp; Infrastructure</a:t>
          </a:r>
          <a:r>
            <a:rPr lang="en-US" dirty="0"/>
            <a:t> </a:t>
          </a:r>
        </a:p>
      </dgm:t>
    </dgm:pt>
    <dgm:pt modelId="{8A941797-A048-4D35-A559-8F93D0476FF3}" type="parTrans" cxnId="{20D80F8A-9526-4DDC-BF38-090046F9902F}">
      <dgm:prSet/>
      <dgm:spPr/>
      <dgm:t>
        <a:bodyPr/>
        <a:lstStyle/>
        <a:p>
          <a:endParaRPr lang="en-US"/>
        </a:p>
      </dgm:t>
    </dgm:pt>
    <dgm:pt modelId="{4F1CD08F-3E15-46F3-A8A5-94A4B74D8C9E}" type="sibTrans" cxnId="{20D80F8A-9526-4DDC-BF38-090046F9902F}">
      <dgm:prSet/>
      <dgm:spPr/>
      <dgm:t>
        <a:bodyPr/>
        <a:lstStyle/>
        <a:p>
          <a:endParaRPr lang="en-US"/>
        </a:p>
      </dgm:t>
    </dgm:pt>
    <dgm:pt modelId="{D1012487-9333-4785-8730-80AA49F91166}">
      <dgm:prSet/>
      <dgm:spPr/>
      <dgm:t>
        <a:bodyPr/>
        <a:lstStyle/>
        <a:p>
          <a:pPr rtl="0"/>
          <a:r>
            <a:rPr lang="en-US" dirty="0"/>
            <a:t>SDG 16: </a:t>
          </a:r>
          <a:r>
            <a:rPr lang="en-US" dirty="0">
              <a:latin typeface="Calibri"/>
            </a:rPr>
            <a:t>Peace, Justice &amp; Strong Institutions</a:t>
          </a:r>
          <a:endParaRPr lang="en-US" dirty="0"/>
        </a:p>
      </dgm:t>
    </dgm:pt>
    <dgm:pt modelId="{EB9D2E72-25FA-43B9-B565-FF6E9211854C}" type="parTrans" cxnId="{4E90ACC2-8DE2-4945-82E6-C42BAAB9FCFA}">
      <dgm:prSet/>
      <dgm:spPr/>
      <dgm:t>
        <a:bodyPr/>
        <a:lstStyle/>
        <a:p>
          <a:endParaRPr lang="en-US"/>
        </a:p>
      </dgm:t>
    </dgm:pt>
    <dgm:pt modelId="{F4068C58-7FA4-424F-9D00-BF52A041E598}" type="sibTrans" cxnId="{4E90ACC2-8DE2-4945-82E6-C42BAAB9FCFA}">
      <dgm:prSet/>
      <dgm:spPr/>
      <dgm:t>
        <a:bodyPr/>
        <a:lstStyle/>
        <a:p>
          <a:endParaRPr lang="en-US"/>
        </a:p>
      </dgm:t>
    </dgm:pt>
    <dgm:pt modelId="{6FBDDAB2-EEDA-402A-AA9B-1567FC39CD65}" type="pres">
      <dgm:prSet presAssocID="{88369BAE-2A45-43C1-B50B-B98AE37D61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5DC573A-3C3F-43E8-A33A-F702DAFD3D6E}" type="pres">
      <dgm:prSet presAssocID="{C3F09F0B-8B6D-48C8-90D0-8D2D603F3FCA}" presName="hierRoot1" presStyleCnt="0"/>
      <dgm:spPr/>
    </dgm:pt>
    <dgm:pt modelId="{90165F98-5CA6-419A-827A-45EEF71945D2}" type="pres">
      <dgm:prSet presAssocID="{C3F09F0B-8B6D-48C8-90D0-8D2D603F3FCA}" presName="composite" presStyleCnt="0"/>
      <dgm:spPr/>
    </dgm:pt>
    <dgm:pt modelId="{C59C5C4F-9F55-4328-859B-3557C3BE68B3}" type="pres">
      <dgm:prSet presAssocID="{C3F09F0B-8B6D-48C8-90D0-8D2D603F3FCA}" presName="background" presStyleLbl="node0" presStyleIdx="0" presStyleCnt="3"/>
      <dgm:spPr/>
    </dgm:pt>
    <dgm:pt modelId="{E91EEC89-3F04-4AD9-862C-49B72B0A5381}" type="pres">
      <dgm:prSet presAssocID="{C3F09F0B-8B6D-48C8-90D0-8D2D603F3FCA}" presName="text" presStyleLbl="fgAcc0" presStyleIdx="0" presStyleCnt="3">
        <dgm:presLayoutVars>
          <dgm:chPref val="3"/>
        </dgm:presLayoutVars>
      </dgm:prSet>
      <dgm:spPr/>
    </dgm:pt>
    <dgm:pt modelId="{4D307B0F-88E2-471C-B485-0A6984034DBF}" type="pres">
      <dgm:prSet presAssocID="{C3F09F0B-8B6D-48C8-90D0-8D2D603F3FCA}" presName="hierChild2" presStyleCnt="0"/>
      <dgm:spPr/>
    </dgm:pt>
    <dgm:pt modelId="{EF46AA24-AA7E-472D-A96A-A5D1A0F64D1E}" type="pres">
      <dgm:prSet presAssocID="{8A74D6D0-2512-417B-8062-37446C751B7F}" presName="hierRoot1" presStyleCnt="0"/>
      <dgm:spPr/>
    </dgm:pt>
    <dgm:pt modelId="{98CEC45E-F2DA-4C70-95EC-68112B9557D2}" type="pres">
      <dgm:prSet presAssocID="{8A74D6D0-2512-417B-8062-37446C751B7F}" presName="composite" presStyleCnt="0"/>
      <dgm:spPr/>
    </dgm:pt>
    <dgm:pt modelId="{11BFB486-AA2E-42D6-A75A-CA488AB330C5}" type="pres">
      <dgm:prSet presAssocID="{8A74D6D0-2512-417B-8062-37446C751B7F}" presName="background" presStyleLbl="node0" presStyleIdx="1" presStyleCnt="3"/>
      <dgm:spPr/>
    </dgm:pt>
    <dgm:pt modelId="{6B29256A-05A5-4147-AE99-F35E5E7F7C43}" type="pres">
      <dgm:prSet presAssocID="{8A74D6D0-2512-417B-8062-37446C751B7F}" presName="text" presStyleLbl="fgAcc0" presStyleIdx="1" presStyleCnt="3">
        <dgm:presLayoutVars>
          <dgm:chPref val="3"/>
        </dgm:presLayoutVars>
      </dgm:prSet>
      <dgm:spPr/>
    </dgm:pt>
    <dgm:pt modelId="{0DE8B192-6F10-4BDD-B698-AE7CA9FAFD9C}" type="pres">
      <dgm:prSet presAssocID="{8A74D6D0-2512-417B-8062-37446C751B7F}" presName="hierChild2" presStyleCnt="0"/>
      <dgm:spPr/>
    </dgm:pt>
    <dgm:pt modelId="{9CEC713C-ADB1-4906-A980-6653D7F9A92D}" type="pres">
      <dgm:prSet presAssocID="{D1012487-9333-4785-8730-80AA49F91166}" presName="hierRoot1" presStyleCnt="0"/>
      <dgm:spPr/>
    </dgm:pt>
    <dgm:pt modelId="{DA484844-FBEE-4287-8B8E-A411A0D42B0A}" type="pres">
      <dgm:prSet presAssocID="{D1012487-9333-4785-8730-80AA49F91166}" presName="composite" presStyleCnt="0"/>
      <dgm:spPr/>
    </dgm:pt>
    <dgm:pt modelId="{3E4A73E8-3D7C-4272-8F94-219777F71978}" type="pres">
      <dgm:prSet presAssocID="{D1012487-9333-4785-8730-80AA49F91166}" presName="background" presStyleLbl="node0" presStyleIdx="2" presStyleCnt="3"/>
      <dgm:spPr/>
    </dgm:pt>
    <dgm:pt modelId="{194DA12A-45D6-4DFF-AFFC-365673A29A61}" type="pres">
      <dgm:prSet presAssocID="{D1012487-9333-4785-8730-80AA49F91166}" presName="text" presStyleLbl="fgAcc0" presStyleIdx="2" presStyleCnt="3">
        <dgm:presLayoutVars>
          <dgm:chPref val="3"/>
        </dgm:presLayoutVars>
      </dgm:prSet>
      <dgm:spPr/>
    </dgm:pt>
    <dgm:pt modelId="{C8E168BC-2E39-4266-A482-B655A98A1661}" type="pres">
      <dgm:prSet presAssocID="{D1012487-9333-4785-8730-80AA49F91166}" presName="hierChild2" presStyleCnt="0"/>
      <dgm:spPr/>
    </dgm:pt>
  </dgm:ptLst>
  <dgm:cxnLst>
    <dgm:cxn modelId="{E5FFE70F-CBA3-40F8-8A2B-4184E329D6BD}" type="presOf" srcId="{88369BAE-2A45-43C1-B50B-B98AE37D6109}" destId="{6FBDDAB2-EEDA-402A-AA9B-1567FC39CD65}" srcOrd="0" destOrd="0" presId="urn:microsoft.com/office/officeart/2005/8/layout/hierarchy1"/>
    <dgm:cxn modelId="{D806826D-8E82-411C-AF33-BF4F7562AF13}" srcId="{88369BAE-2A45-43C1-B50B-B98AE37D6109}" destId="{C3F09F0B-8B6D-48C8-90D0-8D2D603F3FCA}" srcOrd="0" destOrd="0" parTransId="{B5613BA8-0650-4D9F-8F82-CDB2E1D3CEC9}" sibTransId="{6A0C37CB-3DDD-4A47-ABAC-14850883048B}"/>
    <dgm:cxn modelId="{7CCA1D74-839A-4BD9-97CA-7B7FE6740090}" type="presOf" srcId="{8A74D6D0-2512-417B-8062-37446C751B7F}" destId="{6B29256A-05A5-4147-AE99-F35E5E7F7C43}" srcOrd="0" destOrd="0" presId="urn:microsoft.com/office/officeart/2005/8/layout/hierarchy1"/>
    <dgm:cxn modelId="{20D80F8A-9526-4DDC-BF38-090046F9902F}" srcId="{88369BAE-2A45-43C1-B50B-B98AE37D6109}" destId="{8A74D6D0-2512-417B-8062-37446C751B7F}" srcOrd="1" destOrd="0" parTransId="{8A941797-A048-4D35-A559-8F93D0476FF3}" sibTransId="{4F1CD08F-3E15-46F3-A8A5-94A4B74D8C9E}"/>
    <dgm:cxn modelId="{21DBEFB0-4C48-4A37-83B6-1524390EA9A6}" type="presOf" srcId="{D1012487-9333-4785-8730-80AA49F91166}" destId="{194DA12A-45D6-4DFF-AFFC-365673A29A61}" srcOrd="0" destOrd="0" presId="urn:microsoft.com/office/officeart/2005/8/layout/hierarchy1"/>
    <dgm:cxn modelId="{4E90ACC2-8DE2-4945-82E6-C42BAAB9FCFA}" srcId="{88369BAE-2A45-43C1-B50B-B98AE37D6109}" destId="{D1012487-9333-4785-8730-80AA49F91166}" srcOrd="2" destOrd="0" parTransId="{EB9D2E72-25FA-43B9-B565-FF6E9211854C}" sibTransId="{F4068C58-7FA4-424F-9D00-BF52A041E598}"/>
    <dgm:cxn modelId="{81A8CFE2-4CF5-4678-B520-8BC5C9A9C975}" type="presOf" srcId="{C3F09F0B-8B6D-48C8-90D0-8D2D603F3FCA}" destId="{E91EEC89-3F04-4AD9-862C-49B72B0A5381}" srcOrd="0" destOrd="0" presId="urn:microsoft.com/office/officeart/2005/8/layout/hierarchy1"/>
    <dgm:cxn modelId="{C7F0F7EB-1700-4ACD-9A48-7D53AC20705E}" type="presParOf" srcId="{6FBDDAB2-EEDA-402A-AA9B-1567FC39CD65}" destId="{B5DC573A-3C3F-43E8-A33A-F702DAFD3D6E}" srcOrd="0" destOrd="0" presId="urn:microsoft.com/office/officeart/2005/8/layout/hierarchy1"/>
    <dgm:cxn modelId="{2232E723-CC50-40FE-BD27-6340647D1590}" type="presParOf" srcId="{B5DC573A-3C3F-43E8-A33A-F702DAFD3D6E}" destId="{90165F98-5CA6-419A-827A-45EEF71945D2}" srcOrd="0" destOrd="0" presId="urn:microsoft.com/office/officeart/2005/8/layout/hierarchy1"/>
    <dgm:cxn modelId="{6BD2E5F9-E99C-4E63-9CDE-5D7DE9C57480}" type="presParOf" srcId="{90165F98-5CA6-419A-827A-45EEF71945D2}" destId="{C59C5C4F-9F55-4328-859B-3557C3BE68B3}" srcOrd="0" destOrd="0" presId="urn:microsoft.com/office/officeart/2005/8/layout/hierarchy1"/>
    <dgm:cxn modelId="{47834C1F-8897-45E0-9502-E654A436D14E}" type="presParOf" srcId="{90165F98-5CA6-419A-827A-45EEF71945D2}" destId="{E91EEC89-3F04-4AD9-862C-49B72B0A5381}" srcOrd="1" destOrd="0" presId="urn:microsoft.com/office/officeart/2005/8/layout/hierarchy1"/>
    <dgm:cxn modelId="{352856DA-A296-4300-ABDC-3A800110119A}" type="presParOf" srcId="{B5DC573A-3C3F-43E8-A33A-F702DAFD3D6E}" destId="{4D307B0F-88E2-471C-B485-0A6984034DBF}" srcOrd="1" destOrd="0" presId="urn:microsoft.com/office/officeart/2005/8/layout/hierarchy1"/>
    <dgm:cxn modelId="{E53BFE0A-06B3-4383-9352-4289A7CABE17}" type="presParOf" srcId="{6FBDDAB2-EEDA-402A-AA9B-1567FC39CD65}" destId="{EF46AA24-AA7E-472D-A96A-A5D1A0F64D1E}" srcOrd="1" destOrd="0" presId="urn:microsoft.com/office/officeart/2005/8/layout/hierarchy1"/>
    <dgm:cxn modelId="{2838638B-E4C4-4EA7-927C-D6294C88F889}" type="presParOf" srcId="{EF46AA24-AA7E-472D-A96A-A5D1A0F64D1E}" destId="{98CEC45E-F2DA-4C70-95EC-68112B9557D2}" srcOrd="0" destOrd="0" presId="urn:microsoft.com/office/officeart/2005/8/layout/hierarchy1"/>
    <dgm:cxn modelId="{1D4B8AE2-D388-4F7D-81AC-BB37B5F7B98C}" type="presParOf" srcId="{98CEC45E-F2DA-4C70-95EC-68112B9557D2}" destId="{11BFB486-AA2E-42D6-A75A-CA488AB330C5}" srcOrd="0" destOrd="0" presId="urn:microsoft.com/office/officeart/2005/8/layout/hierarchy1"/>
    <dgm:cxn modelId="{A9E7988A-A13C-43CB-BB3A-585C13F0BD6F}" type="presParOf" srcId="{98CEC45E-F2DA-4C70-95EC-68112B9557D2}" destId="{6B29256A-05A5-4147-AE99-F35E5E7F7C43}" srcOrd="1" destOrd="0" presId="urn:microsoft.com/office/officeart/2005/8/layout/hierarchy1"/>
    <dgm:cxn modelId="{2FE8FC25-3D18-4943-A39F-479B0F8E70D6}" type="presParOf" srcId="{EF46AA24-AA7E-472D-A96A-A5D1A0F64D1E}" destId="{0DE8B192-6F10-4BDD-B698-AE7CA9FAFD9C}" srcOrd="1" destOrd="0" presId="urn:microsoft.com/office/officeart/2005/8/layout/hierarchy1"/>
    <dgm:cxn modelId="{244B2B8D-797C-4D22-B93E-FD2BDA1963BC}" type="presParOf" srcId="{6FBDDAB2-EEDA-402A-AA9B-1567FC39CD65}" destId="{9CEC713C-ADB1-4906-A980-6653D7F9A92D}" srcOrd="2" destOrd="0" presId="urn:microsoft.com/office/officeart/2005/8/layout/hierarchy1"/>
    <dgm:cxn modelId="{9AA169FA-28CB-4435-8712-6C824982C3D0}" type="presParOf" srcId="{9CEC713C-ADB1-4906-A980-6653D7F9A92D}" destId="{DA484844-FBEE-4287-8B8E-A411A0D42B0A}" srcOrd="0" destOrd="0" presId="urn:microsoft.com/office/officeart/2005/8/layout/hierarchy1"/>
    <dgm:cxn modelId="{5E4DB3EC-EF6A-481E-B843-051F2948408C}" type="presParOf" srcId="{DA484844-FBEE-4287-8B8E-A411A0D42B0A}" destId="{3E4A73E8-3D7C-4272-8F94-219777F71978}" srcOrd="0" destOrd="0" presId="urn:microsoft.com/office/officeart/2005/8/layout/hierarchy1"/>
    <dgm:cxn modelId="{479B6BFC-BA7F-4A7C-8EEC-B6712213C5B4}" type="presParOf" srcId="{DA484844-FBEE-4287-8B8E-A411A0D42B0A}" destId="{194DA12A-45D6-4DFF-AFFC-365673A29A61}" srcOrd="1" destOrd="0" presId="urn:microsoft.com/office/officeart/2005/8/layout/hierarchy1"/>
    <dgm:cxn modelId="{56058F19-0847-4404-B787-C16E276980EC}" type="presParOf" srcId="{9CEC713C-ADB1-4906-A980-6653D7F9A92D}" destId="{C8E168BC-2E39-4266-A482-B655A98A166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4874B85-9903-4B1E-BA6E-D91F6B06D97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BA8F5E6-0118-47E0-8175-8CFAD71CC835}">
      <dgm:prSet/>
      <dgm:spPr/>
      <dgm:t>
        <a:bodyPr/>
        <a:lstStyle/>
        <a:p>
          <a:pPr>
            <a:defRPr cap="all"/>
          </a:pPr>
          <a:r>
            <a:rPr lang="en-US"/>
            <a:t>75% admin time reduced</a:t>
          </a:r>
        </a:p>
      </dgm:t>
    </dgm:pt>
    <dgm:pt modelId="{FA2662B3-2308-4B56-B8E6-0BA8DA5BB236}" type="parTrans" cxnId="{2E29BFC0-E73C-498C-8648-7F6291917F32}">
      <dgm:prSet/>
      <dgm:spPr/>
      <dgm:t>
        <a:bodyPr/>
        <a:lstStyle/>
        <a:p>
          <a:endParaRPr lang="en-US"/>
        </a:p>
      </dgm:t>
    </dgm:pt>
    <dgm:pt modelId="{C36855D0-4736-4458-8904-46D1ECBEC111}" type="sibTrans" cxnId="{2E29BFC0-E73C-498C-8648-7F6291917F32}">
      <dgm:prSet/>
      <dgm:spPr/>
      <dgm:t>
        <a:bodyPr/>
        <a:lstStyle/>
        <a:p>
          <a:endParaRPr lang="en-US"/>
        </a:p>
      </dgm:t>
    </dgm:pt>
    <dgm:pt modelId="{C04D48FD-6CE4-46AF-9745-8357582DC286}">
      <dgm:prSet/>
      <dgm:spPr/>
      <dgm:t>
        <a:bodyPr/>
        <a:lstStyle/>
        <a:p>
          <a:pPr>
            <a:defRPr cap="all"/>
          </a:pPr>
          <a:r>
            <a:rPr lang="en-US"/>
            <a:t>Better participation</a:t>
          </a:r>
        </a:p>
      </dgm:t>
    </dgm:pt>
    <dgm:pt modelId="{3925300D-062C-4677-91BD-3C59B0104AC8}" type="parTrans" cxnId="{56680904-79D5-472A-8180-90CCE94DD276}">
      <dgm:prSet/>
      <dgm:spPr/>
      <dgm:t>
        <a:bodyPr/>
        <a:lstStyle/>
        <a:p>
          <a:endParaRPr lang="en-US"/>
        </a:p>
      </dgm:t>
    </dgm:pt>
    <dgm:pt modelId="{63BBF8F6-654B-4F84-A9C4-C1853A2C2455}" type="sibTrans" cxnId="{56680904-79D5-472A-8180-90CCE94DD276}">
      <dgm:prSet/>
      <dgm:spPr/>
      <dgm:t>
        <a:bodyPr/>
        <a:lstStyle/>
        <a:p>
          <a:endParaRPr lang="en-US"/>
        </a:p>
      </dgm:t>
    </dgm:pt>
    <dgm:pt modelId="{4BD93454-361B-4F48-800F-BF279AACD50E}">
      <dgm:prSet/>
      <dgm:spPr/>
      <dgm:t>
        <a:bodyPr/>
        <a:lstStyle/>
        <a:p>
          <a:pPr>
            <a:defRPr cap="all"/>
          </a:pPr>
          <a:r>
            <a:rPr lang="en-US"/>
            <a:t>Trusted digital process</a:t>
          </a:r>
        </a:p>
      </dgm:t>
    </dgm:pt>
    <dgm:pt modelId="{68322A81-3048-417B-A158-569D4DBAC806}" type="parTrans" cxnId="{328EE654-17D5-46EE-B7E8-0D23F591CC50}">
      <dgm:prSet/>
      <dgm:spPr/>
      <dgm:t>
        <a:bodyPr/>
        <a:lstStyle/>
        <a:p>
          <a:endParaRPr lang="en-US"/>
        </a:p>
      </dgm:t>
    </dgm:pt>
    <dgm:pt modelId="{24BC09AF-B0D2-4056-87B1-16ED09660FCC}" type="sibTrans" cxnId="{328EE654-17D5-46EE-B7E8-0D23F591CC50}">
      <dgm:prSet/>
      <dgm:spPr/>
      <dgm:t>
        <a:bodyPr/>
        <a:lstStyle/>
        <a:p>
          <a:endParaRPr lang="en-US"/>
        </a:p>
      </dgm:t>
    </dgm:pt>
    <dgm:pt modelId="{4EF307EB-C1FD-4873-AE63-E7440C9D8CFC}">
      <dgm:prSet/>
      <dgm:spPr/>
      <dgm:t>
        <a:bodyPr/>
        <a:lstStyle/>
        <a:p>
          <a:pPr>
            <a:defRPr cap="all"/>
          </a:pPr>
          <a:r>
            <a:rPr lang="en-US"/>
            <a:t>Environmentally friendly</a:t>
          </a:r>
        </a:p>
      </dgm:t>
    </dgm:pt>
    <dgm:pt modelId="{309D0FE1-4D26-4839-BE36-86F55CBF37C8}" type="parTrans" cxnId="{7DE93F36-C98D-4149-AB82-885988AF5D55}">
      <dgm:prSet/>
      <dgm:spPr/>
      <dgm:t>
        <a:bodyPr/>
        <a:lstStyle/>
        <a:p>
          <a:endParaRPr lang="en-US"/>
        </a:p>
      </dgm:t>
    </dgm:pt>
    <dgm:pt modelId="{001DAC48-555D-49C5-9B96-CB155BA6B0F3}" type="sibTrans" cxnId="{7DE93F36-C98D-4149-AB82-885988AF5D55}">
      <dgm:prSet/>
      <dgm:spPr/>
      <dgm:t>
        <a:bodyPr/>
        <a:lstStyle/>
        <a:p>
          <a:endParaRPr lang="en-US"/>
        </a:p>
      </dgm:t>
    </dgm:pt>
    <dgm:pt modelId="{92430AFE-F182-479C-8132-AD66E144CB59}" type="pres">
      <dgm:prSet presAssocID="{D4874B85-9903-4B1E-BA6E-D91F6B06D976}" presName="root" presStyleCnt="0">
        <dgm:presLayoutVars>
          <dgm:dir/>
          <dgm:resizeHandles val="exact"/>
        </dgm:presLayoutVars>
      </dgm:prSet>
      <dgm:spPr/>
    </dgm:pt>
    <dgm:pt modelId="{99875966-5A7A-45D4-A6DC-FE5167DC5AE3}" type="pres">
      <dgm:prSet presAssocID="{DBA8F5E6-0118-47E0-8175-8CFAD71CC835}" presName="compNode" presStyleCnt="0"/>
      <dgm:spPr/>
    </dgm:pt>
    <dgm:pt modelId="{B805FD49-7E88-4D20-A501-5DFAFDE723B2}" type="pres">
      <dgm:prSet presAssocID="{DBA8F5E6-0118-47E0-8175-8CFAD71CC835}" presName="iconBgRect" presStyleLbl="bgShp" presStyleIdx="0" presStyleCnt="4"/>
      <dgm:spPr/>
    </dgm:pt>
    <dgm:pt modelId="{437CCE62-8E7D-4692-9F1B-8BB33C68ECAC}" type="pres">
      <dgm:prSet presAssocID="{DBA8F5E6-0118-47E0-8175-8CFAD71CC8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971678B9-3D4E-45AD-B169-333BA7084D1A}" type="pres">
      <dgm:prSet presAssocID="{DBA8F5E6-0118-47E0-8175-8CFAD71CC835}" presName="spaceRect" presStyleCnt="0"/>
      <dgm:spPr/>
    </dgm:pt>
    <dgm:pt modelId="{92A6C308-60A0-4B02-A3F6-98ECB7D226E3}" type="pres">
      <dgm:prSet presAssocID="{DBA8F5E6-0118-47E0-8175-8CFAD71CC835}" presName="textRect" presStyleLbl="revTx" presStyleIdx="0" presStyleCnt="4">
        <dgm:presLayoutVars>
          <dgm:chMax val="1"/>
          <dgm:chPref val="1"/>
        </dgm:presLayoutVars>
      </dgm:prSet>
      <dgm:spPr/>
    </dgm:pt>
    <dgm:pt modelId="{DF958849-C771-488E-82E2-4227064AF970}" type="pres">
      <dgm:prSet presAssocID="{C36855D0-4736-4458-8904-46D1ECBEC111}" presName="sibTrans" presStyleCnt="0"/>
      <dgm:spPr/>
    </dgm:pt>
    <dgm:pt modelId="{B45AD87D-A689-4D5F-A21B-5EF8303613B7}" type="pres">
      <dgm:prSet presAssocID="{C04D48FD-6CE4-46AF-9745-8357582DC286}" presName="compNode" presStyleCnt="0"/>
      <dgm:spPr/>
    </dgm:pt>
    <dgm:pt modelId="{0775BA07-2787-4DF1-98C7-29706D1E9A98}" type="pres">
      <dgm:prSet presAssocID="{C04D48FD-6CE4-46AF-9745-8357582DC286}" presName="iconBgRect" presStyleLbl="bgShp" presStyleIdx="1" presStyleCnt="4"/>
      <dgm:spPr/>
    </dgm:pt>
    <dgm:pt modelId="{72715EFB-A44F-478E-92B3-D1A4ECA00FE5}" type="pres">
      <dgm:prSet presAssocID="{C04D48FD-6CE4-46AF-9745-8357582DC2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C229680-04EC-4F10-A89F-895706512434}" type="pres">
      <dgm:prSet presAssocID="{C04D48FD-6CE4-46AF-9745-8357582DC286}" presName="spaceRect" presStyleCnt="0"/>
      <dgm:spPr/>
    </dgm:pt>
    <dgm:pt modelId="{A4A83EAF-F079-4EF5-9A1B-12112AABF34B}" type="pres">
      <dgm:prSet presAssocID="{C04D48FD-6CE4-46AF-9745-8357582DC286}" presName="textRect" presStyleLbl="revTx" presStyleIdx="1" presStyleCnt="4">
        <dgm:presLayoutVars>
          <dgm:chMax val="1"/>
          <dgm:chPref val="1"/>
        </dgm:presLayoutVars>
      </dgm:prSet>
      <dgm:spPr/>
    </dgm:pt>
    <dgm:pt modelId="{F24BBE28-96A8-4776-A1C3-ACA5E2F3315B}" type="pres">
      <dgm:prSet presAssocID="{63BBF8F6-654B-4F84-A9C4-C1853A2C2455}" presName="sibTrans" presStyleCnt="0"/>
      <dgm:spPr/>
    </dgm:pt>
    <dgm:pt modelId="{C1AED5B5-A7E9-4D55-84D9-CE7CEFD29C08}" type="pres">
      <dgm:prSet presAssocID="{4BD93454-361B-4F48-800F-BF279AACD50E}" presName="compNode" presStyleCnt="0"/>
      <dgm:spPr/>
    </dgm:pt>
    <dgm:pt modelId="{7A4B84CD-13DC-4CD2-B98A-53DC60696EBF}" type="pres">
      <dgm:prSet presAssocID="{4BD93454-361B-4F48-800F-BF279AACD50E}" presName="iconBgRect" presStyleLbl="bgShp" presStyleIdx="2" presStyleCnt="4"/>
      <dgm:spPr/>
    </dgm:pt>
    <dgm:pt modelId="{17910F57-9042-4152-B17F-6ED5BA1B74C3}" type="pres">
      <dgm:prSet presAssocID="{4BD93454-361B-4F48-800F-BF279AACD50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F6A368C4-3120-4627-AE4A-581DA154EFC4}" type="pres">
      <dgm:prSet presAssocID="{4BD93454-361B-4F48-800F-BF279AACD50E}" presName="spaceRect" presStyleCnt="0"/>
      <dgm:spPr/>
    </dgm:pt>
    <dgm:pt modelId="{43098583-8821-47F7-B755-BE60173FC6C3}" type="pres">
      <dgm:prSet presAssocID="{4BD93454-361B-4F48-800F-BF279AACD50E}" presName="textRect" presStyleLbl="revTx" presStyleIdx="2" presStyleCnt="4">
        <dgm:presLayoutVars>
          <dgm:chMax val="1"/>
          <dgm:chPref val="1"/>
        </dgm:presLayoutVars>
      </dgm:prSet>
      <dgm:spPr/>
    </dgm:pt>
    <dgm:pt modelId="{1DFFE2D4-0BB3-41EF-B16F-2001677E3E24}" type="pres">
      <dgm:prSet presAssocID="{24BC09AF-B0D2-4056-87B1-16ED09660FCC}" presName="sibTrans" presStyleCnt="0"/>
      <dgm:spPr/>
    </dgm:pt>
    <dgm:pt modelId="{F4662D6B-CBFC-458E-899F-9B3185AE490F}" type="pres">
      <dgm:prSet presAssocID="{4EF307EB-C1FD-4873-AE63-E7440C9D8CFC}" presName="compNode" presStyleCnt="0"/>
      <dgm:spPr/>
    </dgm:pt>
    <dgm:pt modelId="{481E25DA-4F9B-4EFD-9DC2-9DD3CDDF143B}" type="pres">
      <dgm:prSet presAssocID="{4EF307EB-C1FD-4873-AE63-E7440C9D8CFC}" presName="iconBgRect" presStyleLbl="bgShp" presStyleIdx="3" presStyleCnt="4"/>
      <dgm:spPr/>
    </dgm:pt>
    <dgm:pt modelId="{0FE60208-3FBA-4767-B27F-FBF2E29E4756}" type="pres">
      <dgm:prSet presAssocID="{4EF307EB-C1FD-4873-AE63-E7440C9D8C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7F2B95A0-E47A-4B36-8DD4-8E883C3211E9}" type="pres">
      <dgm:prSet presAssocID="{4EF307EB-C1FD-4873-AE63-E7440C9D8CFC}" presName="spaceRect" presStyleCnt="0"/>
      <dgm:spPr/>
    </dgm:pt>
    <dgm:pt modelId="{23775E86-A8C0-4AEA-A4E7-1D03ACF81CDC}" type="pres">
      <dgm:prSet presAssocID="{4EF307EB-C1FD-4873-AE63-E7440C9D8CF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6680904-79D5-472A-8180-90CCE94DD276}" srcId="{D4874B85-9903-4B1E-BA6E-D91F6B06D976}" destId="{C04D48FD-6CE4-46AF-9745-8357582DC286}" srcOrd="1" destOrd="0" parTransId="{3925300D-062C-4677-91BD-3C59B0104AC8}" sibTransId="{63BBF8F6-654B-4F84-A9C4-C1853A2C2455}"/>
    <dgm:cxn modelId="{7DE93F36-C98D-4149-AB82-885988AF5D55}" srcId="{D4874B85-9903-4B1E-BA6E-D91F6B06D976}" destId="{4EF307EB-C1FD-4873-AE63-E7440C9D8CFC}" srcOrd="3" destOrd="0" parTransId="{309D0FE1-4D26-4839-BE36-86F55CBF37C8}" sibTransId="{001DAC48-555D-49C5-9B96-CB155BA6B0F3}"/>
    <dgm:cxn modelId="{A189F552-375B-490F-BBC7-E80315324DDC}" type="presOf" srcId="{4EF307EB-C1FD-4873-AE63-E7440C9D8CFC}" destId="{23775E86-A8C0-4AEA-A4E7-1D03ACF81CDC}" srcOrd="0" destOrd="0" presId="urn:microsoft.com/office/officeart/2018/5/layout/IconCircleLabelList"/>
    <dgm:cxn modelId="{328EE654-17D5-46EE-B7E8-0D23F591CC50}" srcId="{D4874B85-9903-4B1E-BA6E-D91F6B06D976}" destId="{4BD93454-361B-4F48-800F-BF279AACD50E}" srcOrd="2" destOrd="0" parTransId="{68322A81-3048-417B-A158-569D4DBAC806}" sibTransId="{24BC09AF-B0D2-4056-87B1-16ED09660FCC}"/>
    <dgm:cxn modelId="{51135385-695A-42B4-8C2E-96B36CF0BD23}" type="presOf" srcId="{DBA8F5E6-0118-47E0-8175-8CFAD71CC835}" destId="{92A6C308-60A0-4B02-A3F6-98ECB7D226E3}" srcOrd="0" destOrd="0" presId="urn:microsoft.com/office/officeart/2018/5/layout/IconCircleLabelList"/>
    <dgm:cxn modelId="{91C3699E-7E7F-4956-93DE-7445B3C4EB7A}" type="presOf" srcId="{D4874B85-9903-4B1E-BA6E-D91F6B06D976}" destId="{92430AFE-F182-479C-8132-AD66E144CB59}" srcOrd="0" destOrd="0" presId="urn:microsoft.com/office/officeart/2018/5/layout/IconCircleLabelList"/>
    <dgm:cxn modelId="{2E29BFC0-E73C-498C-8648-7F6291917F32}" srcId="{D4874B85-9903-4B1E-BA6E-D91F6B06D976}" destId="{DBA8F5E6-0118-47E0-8175-8CFAD71CC835}" srcOrd="0" destOrd="0" parTransId="{FA2662B3-2308-4B56-B8E6-0BA8DA5BB236}" sibTransId="{C36855D0-4736-4458-8904-46D1ECBEC111}"/>
    <dgm:cxn modelId="{A5F22FD3-FC7E-4176-8058-45F299412A76}" type="presOf" srcId="{C04D48FD-6CE4-46AF-9745-8357582DC286}" destId="{A4A83EAF-F079-4EF5-9A1B-12112AABF34B}" srcOrd="0" destOrd="0" presId="urn:microsoft.com/office/officeart/2018/5/layout/IconCircleLabelList"/>
    <dgm:cxn modelId="{F9A3CCF8-F551-46A2-9175-42B5232EFD4B}" type="presOf" srcId="{4BD93454-361B-4F48-800F-BF279AACD50E}" destId="{43098583-8821-47F7-B755-BE60173FC6C3}" srcOrd="0" destOrd="0" presId="urn:microsoft.com/office/officeart/2018/5/layout/IconCircleLabelList"/>
    <dgm:cxn modelId="{F9D620E6-F236-4F12-89B3-A0CAD32AAE68}" type="presParOf" srcId="{92430AFE-F182-479C-8132-AD66E144CB59}" destId="{99875966-5A7A-45D4-A6DC-FE5167DC5AE3}" srcOrd="0" destOrd="0" presId="urn:microsoft.com/office/officeart/2018/5/layout/IconCircleLabelList"/>
    <dgm:cxn modelId="{50AF7757-CC60-4B95-B678-B51E22EDF5F5}" type="presParOf" srcId="{99875966-5A7A-45D4-A6DC-FE5167DC5AE3}" destId="{B805FD49-7E88-4D20-A501-5DFAFDE723B2}" srcOrd="0" destOrd="0" presId="urn:microsoft.com/office/officeart/2018/5/layout/IconCircleLabelList"/>
    <dgm:cxn modelId="{34329D82-5FCE-406F-A3B0-A17D9FDD1D6A}" type="presParOf" srcId="{99875966-5A7A-45D4-A6DC-FE5167DC5AE3}" destId="{437CCE62-8E7D-4692-9F1B-8BB33C68ECAC}" srcOrd="1" destOrd="0" presId="urn:microsoft.com/office/officeart/2018/5/layout/IconCircleLabelList"/>
    <dgm:cxn modelId="{EEC1C0D8-0423-458A-8B71-E7901AD08DD0}" type="presParOf" srcId="{99875966-5A7A-45D4-A6DC-FE5167DC5AE3}" destId="{971678B9-3D4E-45AD-B169-333BA7084D1A}" srcOrd="2" destOrd="0" presId="urn:microsoft.com/office/officeart/2018/5/layout/IconCircleLabelList"/>
    <dgm:cxn modelId="{5531B1FC-F3F6-41F1-A3B4-41BF0B91DEF4}" type="presParOf" srcId="{99875966-5A7A-45D4-A6DC-FE5167DC5AE3}" destId="{92A6C308-60A0-4B02-A3F6-98ECB7D226E3}" srcOrd="3" destOrd="0" presId="urn:microsoft.com/office/officeart/2018/5/layout/IconCircleLabelList"/>
    <dgm:cxn modelId="{16F618B6-BA01-4ED0-A18B-2BD35C0E2130}" type="presParOf" srcId="{92430AFE-F182-479C-8132-AD66E144CB59}" destId="{DF958849-C771-488E-82E2-4227064AF970}" srcOrd="1" destOrd="0" presId="urn:microsoft.com/office/officeart/2018/5/layout/IconCircleLabelList"/>
    <dgm:cxn modelId="{814D0FE1-8B2C-41A0-96D1-DD45CD3882FE}" type="presParOf" srcId="{92430AFE-F182-479C-8132-AD66E144CB59}" destId="{B45AD87D-A689-4D5F-A21B-5EF8303613B7}" srcOrd="2" destOrd="0" presId="urn:microsoft.com/office/officeart/2018/5/layout/IconCircleLabelList"/>
    <dgm:cxn modelId="{001FF915-DE39-4369-B768-8C7C3E2979D7}" type="presParOf" srcId="{B45AD87D-A689-4D5F-A21B-5EF8303613B7}" destId="{0775BA07-2787-4DF1-98C7-29706D1E9A98}" srcOrd="0" destOrd="0" presId="urn:microsoft.com/office/officeart/2018/5/layout/IconCircleLabelList"/>
    <dgm:cxn modelId="{6EB0D576-C79E-4B88-93F7-50E20C04A86B}" type="presParOf" srcId="{B45AD87D-A689-4D5F-A21B-5EF8303613B7}" destId="{72715EFB-A44F-478E-92B3-D1A4ECA00FE5}" srcOrd="1" destOrd="0" presId="urn:microsoft.com/office/officeart/2018/5/layout/IconCircleLabelList"/>
    <dgm:cxn modelId="{AC275893-5C8F-4E70-A648-6116F860B24F}" type="presParOf" srcId="{B45AD87D-A689-4D5F-A21B-5EF8303613B7}" destId="{7C229680-04EC-4F10-A89F-895706512434}" srcOrd="2" destOrd="0" presId="urn:microsoft.com/office/officeart/2018/5/layout/IconCircleLabelList"/>
    <dgm:cxn modelId="{AA201F7D-9204-4201-80F4-90F08D8D6C64}" type="presParOf" srcId="{B45AD87D-A689-4D5F-A21B-5EF8303613B7}" destId="{A4A83EAF-F079-4EF5-9A1B-12112AABF34B}" srcOrd="3" destOrd="0" presId="urn:microsoft.com/office/officeart/2018/5/layout/IconCircleLabelList"/>
    <dgm:cxn modelId="{29504CA9-6684-4520-9653-F4CA0ECC3954}" type="presParOf" srcId="{92430AFE-F182-479C-8132-AD66E144CB59}" destId="{F24BBE28-96A8-4776-A1C3-ACA5E2F3315B}" srcOrd="3" destOrd="0" presId="urn:microsoft.com/office/officeart/2018/5/layout/IconCircleLabelList"/>
    <dgm:cxn modelId="{39A3FE99-306D-4556-BCB9-0A5C315073BF}" type="presParOf" srcId="{92430AFE-F182-479C-8132-AD66E144CB59}" destId="{C1AED5B5-A7E9-4D55-84D9-CE7CEFD29C08}" srcOrd="4" destOrd="0" presId="urn:microsoft.com/office/officeart/2018/5/layout/IconCircleLabelList"/>
    <dgm:cxn modelId="{DE2B595D-4939-4F4A-B265-3F3DA96D60C5}" type="presParOf" srcId="{C1AED5B5-A7E9-4D55-84D9-CE7CEFD29C08}" destId="{7A4B84CD-13DC-4CD2-B98A-53DC60696EBF}" srcOrd="0" destOrd="0" presId="urn:microsoft.com/office/officeart/2018/5/layout/IconCircleLabelList"/>
    <dgm:cxn modelId="{FA2BA362-167C-4F2B-A572-563035BE5A42}" type="presParOf" srcId="{C1AED5B5-A7E9-4D55-84D9-CE7CEFD29C08}" destId="{17910F57-9042-4152-B17F-6ED5BA1B74C3}" srcOrd="1" destOrd="0" presId="urn:microsoft.com/office/officeart/2018/5/layout/IconCircleLabelList"/>
    <dgm:cxn modelId="{A05655F5-639D-49AF-B07A-7DB2F57DF5A6}" type="presParOf" srcId="{C1AED5B5-A7E9-4D55-84D9-CE7CEFD29C08}" destId="{F6A368C4-3120-4627-AE4A-581DA154EFC4}" srcOrd="2" destOrd="0" presId="urn:microsoft.com/office/officeart/2018/5/layout/IconCircleLabelList"/>
    <dgm:cxn modelId="{72CEB9EC-46B8-44DD-8DBD-7637A8BA0F6B}" type="presParOf" srcId="{C1AED5B5-A7E9-4D55-84D9-CE7CEFD29C08}" destId="{43098583-8821-47F7-B755-BE60173FC6C3}" srcOrd="3" destOrd="0" presId="urn:microsoft.com/office/officeart/2018/5/layout/IconCircleLabelList"/>
    <dgm:cxn modelId="{C50717B2-30D8-4BFB-8A2E-941C0BF44AA7}" type="presParOf" srcId="{92430AFE-F182-479C-8132-AD66E144CB59}" destId="{1DFFE2D4-0BB3-41EF-B16F-2001677E3E24}" srcOrd="5" destOrd="0" presId="urn:microsoft.com/office/officeart/2018/5/layout/IconCircleLabelList"/>
    <dgm:cxn modelId="{87FC85BD-5361-4EC8-8985-A0C40A895C9A}" type="presParOf" srcId="{92430AFE-F182-479C-8132-AD66E144CB59}" destId="{F4662D6B-CBFC-458E-899F-9B3185AE490F}" srcOrd="6" destOrd="0" presId="urn:microsoft.com/office/officeart/2018/5/layout/IconCircleLabelList"/>
    <dgm:cxn modelId="{5CFAFD74-C432-40ED-94E4-FDF901D5834C}" type="presParOf" srcId="{F4662D6B-CBFC-458E-899F-9B3185AE490F}" destId="{481E25DA-4F9B-4EFD-9DC2-9DD3CDDF143B}" srcOrd="0" destOrd="0" presId="urn:microsoft.com/office/officeart/2018/5/layout/IconCircleLabelList"/>
    <dgm:cxn modelId="{CCAF76BF-ABE6-4BED-AE65-5CD051F6DB1F}" type="presParOf" srcId="{F4662D6B-CBFC-458E-899F-9B3185AE490F}" destId="{0FE60208-3FBA-4767-B27F-FBF2E29E4756}" srcOrd="1" destOrd="0" presId="urn:microsoft.com/office/officeart/2018/5/layout/IconCircleLabelList"/>
    <dgm:cxn modelId="{F0455A80-C796-41D2-8C29-8F8E8D5DE9DD}" type="presParOf" srcId="{F4662D6B-CBFC-458E-899F-9B3185AE490F}" destId="{7F2B95A0-E47A-4B36-8DD4-8E883C3211E9}" srcOrd="2" destOrd="0" presId="urn:microsoft.com/office/officeart/2018/5/layout/IconCircleLabelList"/>
    <dgm:cxn modelId="{48266D17-5D35-4818-927A-7F91EC589578}" type="presParOf" srcId="{F4662D6B-CBFC-458E-899F-9B3185AE490F}" destId="{23775E86-A8C0-4AEA-A4E7-1D03ACF81CD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93E4CEF-C290-481E-AA2A-C9EFC0532B4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428769B-FD6D-4E4E-A3FD-2D7E3D8DAB70}">
      <dgm:prSet/>
      <dgm:spPr/>
      <dgm:t>
        <a:bodyPr/>
        <a:lstStyle/>
        <a:p>
          <a:pPr>
            <a:defRPr cap="all"/>
          </a:pPr>
          <a:r>
            <a:rPr lang="en-US">
              <a:latin typeface="Calibri"/>
              <a:ea typeface="Calibri"/>
              <a:cs typeface="Calibri"/>
            </a:rPr>
            <a:t>Mobile App</a:t>
          </a:r>
        </a:p>
      </dgm:t>
    </dgm:pt>
    <dgm:pt modelId="{188A9DAE-9F1C-40A1-9F28-5B51E85FBC3C}" type="parTrans" cxnId="{56C79429-E84E-45F9-B73F-E63DCAEAA147}">
      <dgm:prSet/>
      <dgm:spPr/>
      <dgm:t>
        <a:bodyPr/>
        <a:lstStyle/>
        <a:p>
          <a:endParaRPr lang="en-US"/>
        </a:p>
      </dgm:t>
    </dgm:pt>
    <dgm:pt modelId="{7998BAEF-1561-4B26-A75F-0765035E984A}" type="sibTrans" cxnId="{56C79429-E84E-45F9-B73F-E63DCAEAA147}">
      <dgm:prSet/>
      <dgm:spPr/>
      <dgm:t>
        <a:bodyPr/>
        <a:lstStyle/>
        <a:p>
          <a:endParaRPr lang="en-US"/>
        </a:p>
      </dgm:t>
    </dgm:pt>
    <dgm:pt modelId="{B62AF19B-0888-4762-B9D3-F80A8AC7BE5D}">
      <dgm:prSet/>
      <dgm:spPr/>
      <dgm:t>
        <a:bodyPr/>
        <a:lstStyle/>
        <a:p>
          <a:pPr>
            <a:defRPr cap="all"/>
          </a:pPr>
          <a:r>
            <a:rPr lang="en-US">
              <a:latin typeface="Calibri"/>
              <a:ea typeface="Calibri"/>
              <a:cs typeface="Calibri"/>
            </a:rPr>
            <a:t>Blockchain integration</a:t>
          </a:r>
        </a:p>
      </dgm:t>
    </dgm:pt>
    <dgm:pt modelId="{20294F02-DA7F-418A-8325-7F37F85E5A60}" type="parTrans" cxnId="{5E3AD570-32D5-4594-AA15-0DF77F2C86C8}">
      <dgm:prSet/>
      <dgm:spPr/>
      <dgm:t>
        <a:bodyPr/>
        <a:lstStyle/>
        <a:p>
          <a:endParaRPr lang="en-US"/>
        </a:p>
      </dgm:t>
    </dgm:pt>
    <dgm:pt modelId="{34F0BB2D-2759-46D9-9F4D-3D345E7CC51F}" type="sibTrans" cxnId="{5E3AD570-32D5-4594-AA15-0DF77F2C86C8}">
      <dgm:prSet/>
      <dgm:spPr/>
      <dgm:t>
        <a:bodyPr/>
        <a:lstStyle/>
        <a:p>
          <a:endParaRPr lang="en-US"/>
        </a:p>
      </dgm:t>
    </dgm:pt>
    <dgm:pt modelId="{40ED4B8D-754D-42B7-9D9E-83E97B6903A1}">
      <dgm:prSet/>
      <dgm:spPr/>
      <dgm:t>
        <a:bodyPr/>
        <a:lstStyle/>
        <a:p>
          <a:pPr>
            <a:defRPr cap="all"/>
          </a:pPr>
          <a:r>
            <a:rPr lang="en-US">
              <a:latin typeface="Calibri"/>
              <a:ea typeface="Calibri"/>
              <a:cs typeface="Calibri"/>
            </a:rPr>
            <a:t>Predictive Analytics</a:t>
          </a:r>
        </a:p>
      </dgm:t>
    </dgm:pt>
    <dgm:pt modelId="{841E6B8A-C317-4102-950B-D415D834A84E}" type="parTrans" cxnId="{0D52B4E0-5451-4BF4-BD3C-9808178D9F2C}">
      <dgm:prSet/>
      <dgm:spPr/>
      <dgm:t>
        <a:bodyPr/>
        <a:lstStyle/>
        <a:p>
          <a:endParaRPr lang="en-US"/>
        </a:p>
      </dgm:t>
    </dgm:pt>
    <dgm:pt modelId="{7E5D7095-ABFC-440C-ACAF-7B5275FB383B}" type="sibTrans" cxnId="{0D52B4E0-5451-4BF4-BD3C-9808178D9F2C}">
      <dgm:prSet/>
      <dgm:spPr/>
      <dgm:t>
        <a:bodyPr/>
        <a:lstStyle/>
        <a:p>
          <a:endParaRPr lang="en-US"/>
        </a:p>
      </dgm:t>
    </dgm:pt>
    <dgm:pt modelId="{BC575535-2F8C-4EFC-BC2A-7AF1A7DBA6B8}">
      <dgm:prSet/>
      <dgm:spPr/>
      <dgm:t>
        <a:bodyPr/>
        <a:lstStyle/>
        <a:p>
          <a:pPr>
            <a:defRPr cap="all"/>
          </a:pPr>
          <a:r>
            <a:rPr lang="en-US">
              <a:latin typeface="Calibri"/>
              <a:ea typeface="Calibri"/>
              <a:cs typeface="Calibri"/>
            </a:rPr>
            <a:t>AI-generated reports</a:t>
          </a:r>
        </a:p>
      </dgm:t>
    </dgm:pt>
    <dgm:pt modelId="{E31B9F5F-E788-487D-868D-0D19611E43D1}" type="parTrans" cxnId="{FE5E308A-8C85-4513-A66F-518DA0CB9CC7}">
      <dgm:prSet/>
      <dgm:spPr/>
      <dgm:t>
        <a:bodyPr/>
        <a:lstStyle/>
        <a:p>
          <a:endParaRPr lang="en-US"/>
        </a:p>
      </dgm:t>
    </dgm:pt>
    <dgm:pt modelId="{9393E460-1507-49A5-96B9-621E93EC6E64}" type="sibTrans" cxnId="{FE5E308A-8C85-4513-A66F-518DA0CB9CC7}">
      <dgm:prSet/>
      <dgm:spPr/>
      <dgm:t>
        <a:bodyPr/>
        <a:lstStyle/>
        <a:p>
          <a:endParaRPr lang="en-US"/>
        </a:p>
      </dgm:t>
    </dgm:pt>
    <dgm:pt modelId="{43CB9063-B6FD-4148-825F-13AB9DFE4B81}" type="pres">
      <dgm:prSet presAssocID="{793E4CEF-C290-481E-AA2A-C9EFC0532B41}" presName="root" presStyleCnt="0">
        <dgm:presLayoutVars>
          <dgm:dir/>
          <dgm:resizeHandles val="exact"/>
        </dgm:presLayoutVars>
      </dgm:prSet>
      <dgm:spPr/>
    </dgm:pt>
    <dgm:pt modelId="{F58F08AE-5DCE-4CBB-8894-780E68CFD6AF}" type="pres">
      <dgm:prSet presAssocID="{3428769B-FD6D-4E4E-A3FD-2D7E3D8DAB70}" presName="compNode" presStyleCnt="0"/>
      <dgm:spPr/>
    </dgm:pt>
    <dgm:pt modelId="{1CB1811E-8905-45E9-B9D4-BA34E482D199}" type="pres">
      <dgm:prSet presAssocID="{3428769B-FD6D-4E4E-A3FD-2D7E3D8DAB70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72537F4-5805-4537-B346-914226A28CA2}" type="pres">
      <dgm:prSet presAssocID="{3428769B-FD6D-4E4E-A3FD-2D7E3D8DAB7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6D4F8D4-09C2-4808-8999-944618EAD3A7}" type="pres">
      <dgm:prSet presAssocID="{3428769B-FD6D-4E4E-A3FD-2D7E3D8DAB70}" presName="spaceRect" presStyleCnt="0"/>
      <dgm:spPr/>
    </dgm:pt>
    <dgm:pt modelId="{B3620BB9-608C-4F4D-A76F-5EA9E688E70D}" type="pres">
      <dgm:prSet presAssocID="{3428769B-FD6D-4E4E-A3FD-2D7E3D8DAB70}" presName="textRect" presStyleLbl="revTx" presStyleIdx="0" presStyleCnt="4">
        <dgm:presLayoutVars>
          <dgm:chMax val="1"/>
          <dgm:chPref val="1"/>
        </dgm:presLayoutVars>
      </dgm:prSet>
      <dgm:spPr/>
    </dgm:pt>
    <dgm:pt modelId="{F2D9537C-B41A-4B1B-8892-80F39D91CB12}" type="pres">
      <dgm:prSet presAssocID="{7998BAEF-1561-4B26-A75F-0765035E984A}" presName="sibTrans" presStyleCnt="0"/>
      <dgm:spPr/>
    </dgm:pt>
    <dgm:pt modelId="{BD9453B3-1347-4779-B94C-48DF1F3A8EC6}" type="pres">
      <dgm:prSet presAssocID="{B62AF19B-0888-4762-B9D3-F80A8AC7BE5D}" presName="compNode" presStyleCnt="0"/>
      <dgm:spPr/>
    </dgm:pt>
    <dgm:pt modelId="{6F8B0453-6988-4358-A89C-04713788079F}" type="pres">
      <dgm:prSet presAssocID="{B62AF19B-0888-4762-B9D3-F80A8AC7BE5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F8D4910-A97B-4829-9D30-D27509BB2B86}" type="pres">
      <dgm:prSet presAssocID="{B62AF19B-0888-4762-B9D3-F80A8AC7BE5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2A9644E-E135-400B-9324-EB8102DA6ED2}" type="pres">
      <dgm:prSet presAssocID="{B62AF19B-0888-4762-B9D3-F80A8AC7BE5D}" presName="spaceRect" presStyleCnt="0"/>
      <dgm:spPr/>
    </dgm:pt>
    <dgm:pt modelId="{41658604-6950-45A1-A2A6-57FF70901F4E}" type="pres">
      <dgm:prSet presAssocID="{B62AF19B-0888-4762-B9D3-F80A8AC7BE5D}" presName="textRect" presStyleLbl="revTx" presStyleIdx="1" presStyleCnt="4">
        <dgm:presLayoutVars>
          <dgm:chMax val="1"/>
          <dgm:chPref val="1"/>
        </dgm:presLayoutVars>
      </dgm:prSet>
      <dgm:spPr/>
    </dgm:pt>
    <dgm:pt modelId="{5C1E19AC-E78E-470F-9E32-AE9BD1C55DF6}" type="pres">
      <dgm:prSet presAssocID="{34F0BB2D-2759-46D9-9F4D-3D345E7CC51F}" presName="sibTrans" presStyleCnt="0"/>
      <dgm:spPr/>
    </dgm:pt>
    <dgm:pt modelId="{76D34A13-A580-40C2-84F2-80A0D46E32A6}" type="pres">
      <dgm:prSet presAssocID="{40ED4B8D-754D-42B7-9D9E-83E97B6903A1}" presName="compNode" presStyleCnt="0"/>
      <dgm:spPr/>
    </dgm:pt>
    <dgm:pt modelId="{1F8CD749-4A70-43FF-9039-467143357D15}" type="pres">
      <dgm:prSet presAssocID="{40ED4B8D-754D-42B7-9D9E-83E97B6903A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69AFE2A-E60B-4CE7-ABF9-BBCA7E4D7285}" type="pres">
      <dgm:prSet presAssocID="{40ED4B8D-754D-42B7-9D9E-83E97B6903A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45C7C95-E559-4A53-89D6-CF18DF75DC34}" type="pres">
      <dgm:prSet presAssocID="{40ED4B8D-754D-42B7-9D9E-83E97B6903A1}" presName="spaceRect" presStyleCnt="0"/>
      <dgm:spPr/>
    </dgm:pt>
    <dgm:pt modelId="{B23ACA32-118E-4DDE-8E44-DA557E3DC2B4}" type="pres">
      <dgm:prSet presAssocID="{40ED4B8D-754D-42B7-9D9E-83E97B6903A1}" presName="textRect" presStyleLbl="revTx" presStyleIdx="2" presStyleCnt="4">
        <dgm:presLayoutVars>
          <dgm:chMax val="1"/>
          <dgm:chPref val="1"/>
        </dgm:presLayoutVars>
      </dgm:prSet>
      <dgm:spPr/>
    </dgm:pt>
    <dgm:pt modelId="{E04FEFD7-8BDC-4BD4-9B19-D848E0E4AEF0}" type="pres">
      <dgm:prSet presAssocID="{7E5D7095-ABFC-440C-ACAF-7B5275FB383B}" presName="sibTrans" presStyleCnt="0"/>
      <dgm:spPr/>
    </dgm:pt>
    <dgm:pt modelId="{992919C9-99B4-434F-B982-92C16B9D87AE}" type="pres">
      <dgm:prSet presAssocID="{BC575535-2F8C-4EFC-BC2A-7AF1A7DBA6B8}" presName="compNode" presStyleCnt="0"/>
      <dgm:spPr/>
    </dgm:pt>
    <dgm:pt modelId="{9D6ACA0A-963C-4DE7-9ADF-4FDA120D83E1}" type="pres">
      <dgm:prSet presAssocID="{BC575535-2F8C-4EFC-BC2A-7AF1A7DBA6B8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0FC63CA-3363-462D-8025-E841ED6D003F}" type="pres">
      <dgm:prSet presAssocID="{BC575535-2F8C-4EFC-BC2A-7AF1A7DBA6B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CD33F5F-224C-4E32-BFA9-9F12BBFF5DF1}" type="pres">
      <dgm:prSet presAssocID="{BC575535-2F8C-4EFC-BC2A-7AF1A7DBA6B8}" presName="spaceRect" presStyleCnt="0"/>
      <dgm:spPr/>
    </dgm:pt>
    <dgm:pt modelId="{1C4CE0B5-7907-4273-82E5-9F3883078526}" type="pres">
      <dgm:prSet presAssocID="{BC575535-2F8C-4EFC-BC2A-7AF1A7DBA6B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6C79429-E84E-45F9-B73F-E63DCAEAA147}" srcId="{793E4CEF-C290-481E-AA2A-C9EFC0532B41}" destId="{3428769B-FD6D-4E4E-A3FD-2D7E3D8DAB70}" srcOrd="0" destOrd="0" parTransId="{188A9DAE-9F1C-40A1-9F28-5B51E85FBC3C}" sibTransId="{7998BAEF-1561-4B26-A75F-0765035E984A}"/>
    <dgm:cxn modelId="{EC5F5A38-AEF2-4B08-BA8A-644243C6B115}" type="presOf" srcId="{3428769B-FD6D-4E4E-A3FD-2D7E3D8DAB70}" destId="{B3620BB9-608C-4F4D-A76F-5EA9E688E70D}" srcOrd="0" destOrd="0" presId="urn:microsoft.com/office/officeart/2018/5/layout/IconLeafLabelList"/>
    <dgm:cxn modelId="{5E3AD570-32D5-4594-AA15-0DF77F2C86C8}" srcId="{793E4CEF-C290-481E-AA2A-C9EFC0532B41}" destId="{B62AF19B-0888-4762-B9D3-F80A8AC7BE5D}" srcOrd="1" destOrd="0" parTransId="{20294F02-DA7F-418A-8325-7F37F85E5A60}" sibTransId="{34F0BB2D-2759-46D9-9F4D-3D345E7CC51F}"/>
    <dgm:cxn modelId="{69272759-3ADB-4202-8E9E-6F578470EE00}" type="presOf" srcId="{793E4CEF-C290-481E-AA2A-C9EFC0532B41}" destId="{43CB9063-B6FD-4148-825F-13AB9DFE4B81}" srcOrd="0" destOrd="0" presId="urn:microsoft.com/office/officeart/2018/5/layout/IconLeafLabelList"/>
    <dgm:cxn modelId="{FE5E308A-8C85-4513-A66F-518DA0CB9CC7}" srcId="{793E4CEF-C290-481E-AA2A-C9EFC0532B41}" destId="{BC575535-2F8C-4EFC-BC2A-7AF1A7DBA6B8}" srcOrd="3" destOrd="0" parTransId="{E31B9F5F-E788-487D-868D-0D19611E43D1}" sibTransId="{9393E460-1507-49A5-96B9-621E93EC6E64}"/>
    <dgm:cxn modelId="{B2F0BB9F-1153-459E-8230-AAE1B73E57EC}" type="presOf" srcId="{B62AF19B-0888-4762-B9D3-F80A8AC7BE5D}" destId="{41658604-6950-45A1-A2A6-57FF70901F4E}" srcOrd="0" destOrd="0" presId="urn:microsoft.com/office/officeart/2018/5/layout/IconLeafLabelList"/>
    <dgm:cxn modelId="{0D52B4E0-5451-4BF4-BD3C-9808178D9F2C}" srcId="{793E4CEF-C290-481E-AA2A-C9EFC0532B41}" destId="{40ED4B8D-754D-42B7-9D9E-83E97B6903A1}" srcOrd="2" destOrd="0" parTransId="{841E6B8A-C317-4102-950B-D415D834A84E}" sibTransId="{7E5D7095-ABFC-440C-ACAF-7B5275FB383B}"/>
    <dgm:cxn modelId="{0E2790E9-2F5A-45F7-9D65-3A885EE195D1}" type="presOf" srcId="{BC575535-2F8C-4EFC-BC2A-7AF1A7DBA6B8}" destId="{1C4CE0B5-7907-4273-82E5-9F3883078526}" srcOrd="0" destOrd="0" presId="urn:microsoft.com/office/officeart/2018/5/layout/IconLeafLabelList"/>
    <dgm:cxn modelId="{2F024BF5-6E61-4950-B726-C8371688570E}" type="presOf" srcId="{40ED4B8D-754D-42B7-9D9E-83E97B6903A1}" destId="{B23ACA32-118E-4DDE-8E44-DA557E3DC2B4}" srcOrd="0" destOrd="0" presId="urn:microsoft.com/office/officeart/2018/5/layout/IconLeafLabelList"/>
    <dgm:cxn modelId="{F371880F-97D3-426C-A2B1-DBD99800AC63}" type="presParOf" srcId="{43CB9063-B6FD-4148-825F-13AB9DFE4B81}" destId="{F58F08AE-5DCE-4CBB-8894-780E68CFD6AF}" srcOrd="0" destOrd="0" presId="urn:microsoft.com/office/officeart/2018/5/layout/IconLeafLabelList"/>
    <dgm:cxn modelId="{0B2A05EA-1499-4C35-ADEA-5F75504103E1}" type="presParOf" srcId="{F58F08AE-5DCE-4CBB-8894-780E68CFD6AF}" destId="{1CB1811E-8905-45E9-B9D4-BA34E482D199}" srcOrd="0" destOrd="0" presId="urn:microsoft.com/office/officeart/2018/5/layout/IconLeafLabelList"/>
    <dgm:cxn modelId="{0EE06172-BF22-48EF-93FB-0732CD0AD543}" type="presParOf" srcId="{F58F08AE-5DCE-4CBB-8894-780E68CFD6AF}" destId="{872537F4-5805-4537-B346-914226A28CA2}" srcOrd="1" destOrd="0" presId="urn:microsoft.com/office/officeart/2018/5/layout/IconLeafLabelList"/>
    <dgm:cxn modelId="{2782554C-F057-4A00-BA63-74AC0F6EB528}" type="presParOf" srcId="{F58F08AE-5DCE-4CBB-8894-780E68CFD6AF}" destId="{16D4F8D4-09C2-4808-8999-944618EAD3A7}" srcOrd="2" destOrd="0" presId="urn:microsoft.com/office/officeart/2018/5/layout/IconLeafLabelList"/>
    <dgm:cxn modelId="{9BC49F3C-1FC2-4C98-B341-CDBE0F6E962A}" type="presParOf" srcId="{F58F08AE-5DCE-4CBB-8894-780E68CFD6AF}" destId="{B3620BB9-608C-4F4D-A76F-5EA9E688E70D}" srcOrd="3" destOrd="0" presId="urn:microsoft.com/office/officeart/2018/5/layout/IconLeafLabelList"/>
    <dgm:cxn modelId="{97B7A9F1-7740-473A-B4CC-A6C03FE1A9F7}" type="presParOf" srcId="{43CB9063-B6FD-4148-825F-13AB9DFE4B81}" destId="{F2D9537C-B41A-4B1B-8892-80F39D91CB12}" srcOrd="1" destOrd="0" presId="urn:microsoft.com/office/officeart/2018/5/layout/IconLeafLabelList"/>
    <dgm:cxn modelId="{4DD003C9-628B-4208-9C7B-E0D8771EA506}" type="presParOf" srcId="{43CB9063-B6FD-4148-825F-13AB9DFE4B81}" destId="{BD9453B3-1347-4779-B94C-48DF1F3A8EC6}" srcOrd="2" destOrd="0" presId="urn:microsoft.com/office/officeart/2018/5/layout/IconLeafLabelList"/>
    <dgm:cxn modelId="{58029034-9542-4AF5-98C3-8A539CA4DF29}" type="presParOf" srcId="{BD9453B3-1347-4779-B94C-48DF1F3A8EC6}" destId="{6F8B0453-6988-4358-A89C-04713788079F}" srcOrd="0" destOrd="0" presId="urn:microsoft.com/office/officeart/2018/5/layout/IconLeafLabelList"/>
    <dgm:cxn modelId="{14CD561E-C443-427E-97CF-088D692A0415}" type="presParOf" srcId="{BD9453B3-1347-4779-B94C-48DF1F3A8EC6}" destId="{FF8D4910-A97B-4829-9D30-D27509BB2B86}" srcOrd="1" destOrd="0" presId="urn:microsoft.com/office/officeart/2018/5/layout/IconLeafLabelList"/>
    <dgm:cxn modelId="{961EB6D1-3B96-426B-83B5-9D07F93B09F4}" type="presParOf" srcId="{BD9453B3-1347-4779-B94C-48DF1F3A8EC6}" destId="{D2A9644E-E135-400B-9324-EB8102DA6ED2}" srcOrd="2" destOrd="0" presId="urn:microsoft.com/office/officeart/2018/5/layout/IconLeafLabelList"/>
    <dgm:cxn modelId="{CBD5A21C-0DA6-4B6D-BD8C-2FCA22061A9C}" type="presParOf" srcId="{BD9453B3-1347-4779-B94C-48DF1F3A8EC6}" destId="{41658604-6950-45A1-A2A6-57FF70901F4E}" srcOrd="3" destOrd="0" presId="urn:microsoft.com/office/officeart/2018/5/layout/IconLeafLabelList"/>
    <dgm:cxn modelId="{39BCB63E-F61D-45CD-AE29-B9697F8CFAA2}" type="presParOf" srcId="{43CB9063-B6FD-4148-825F-13AB9DFE4B81}" destId="{5C1E19AC-E78E-470F-9E32-AE9BD1C55DF6}" srcOrd="3" destOrd="0" presId="urn:microsoft.com/office/officeart/2018/5/layout/IconLeafLabelList"/>
    <dgm:cxn modelId="{D7A86B6C-516B-4CB9-A6A0-20D68CBB1999}" type="presParOf" srcId="{43CB9063-B6FD-4148-825F-13AB9DFE4B81}" destId="{76D34A13-A580-40C2-84F2-80A0D46E32A6}" srcOrd="4" destOrd="0" presId="urn:microsoft.com/office/officeart/2018/5/layout/IconLeafLabelList"/>
    <dgm:cxn modelId="{84250B30-E555-4C52-90DB-0900959A058F}" type="presParOf" srcId="{76D34A13-A580-40C2-84F2-80A0D46E32A6}" destId="{1F8CD749-4A70-43FF-9039-467143357D15}" srcOrd="0" destOrd="0" presId="urn:microsoft.com/office/officeart/2018/5/layout/IconLeafLabelList"/>
    <dgm:cxn modelId="{CAA64A63-6398-4113-AF7F-58795A89C92B}" type="presParOf" srcId="{76D34A13-A580-40C2-84F2-80A0D46E32A6}" destId="{069AFE2A-E60B-4CE7-ABF9-BBCA7E4D7285}" srcOrd="1" destOrd="0" presId="urn:microsoft.com/office/officeart/2018/5/layout/IconLeafLabelList"/>
    <dgm:cxn modelId="{4B749B39-5073-4AF1-950F-A9010292A40E}" type="presParOf" srcId="{76D34A13-A580-40C2-84F2-80A0D46E32A6}" destId="{245C7C95-E559-4A53-89D6-CF18DF75DC34}" srcOrd="2" destOrd="0" presId="urn:microsoft.com/office/officeart/2018/5/layout/IconLeafLabelList"/>
    <dgm:cxn modelId="{3D7C5979-68BF-47B8-B028-A14851209A40}" type="presParOf" srcId="{76D34A13-A580-40C2-84F2-80A0D46E32A6}" destId="{B23ACA32-118E-4DDE-8E44-DA557E3DC2B4}" srcOrd="3" destOrd="0" presId="urn:microsoft.com/office/officeart/2018/5/layout/IconLeafLabelList"/>
    <dgm:cxn modelId="{31C4E208-8311-4C7D-AAA5-A31C5FAF79D5}" type="presParOf" srcId="{43CB9063-B6FD-4148-825F-13AB9DFE4B81}" destId="{E04FEFD7-8BDC-4BD4-9B19-D848E0E4AEF0}" srcOrd="5" destOrd="0" presId="urn:microsoft.com/office/officeart/2018/5/layout/IconLeafLabelList"/>
    <dgm:cxn modelId="{3D51C0C5-3BAA-4383-87E1-3532F9D465DA}" type="presParOf" srcId="{43CB9063-B6FD-4148-825F-13AB9DFE4B81}" destId="{992919C9-99B4-434F-B982-92C16B9D87AE}" srcOrd="6" destOrd="0" presId="urn:microsoft.com/office/officeart/2018/5/layout/IconLeafLabelList"/>
    <dgm:cxn modelId="{6B8B3796-0904-4E86-9B9B-C6221F3DE41C}" type="presParOf" srcId="{992919C9-99B4-434F-B982-92C16B9D87AE}" destId="{9D6ACA0A-963C-4DE7-9ADF-4FDA120D83E1}" srcOrd="0" destOrd="0" presId="urn:microsoft.com/office/officeart/2018/5/layout/IconLeafLabelList"/>
    <dgm:cxn modelId="{0EA616DB-81E0-4A1A-835A-7DF56031ADEC}" type="presParOf" srcId="{992919C9-99B4-434F-B982-92C16B9D87AE}" destId="{90FC63CA-3363-462D-8025-E841ED6D003F}" srcOrd="1" destOrd="0" presId="urn:microsoft.com/office/officeart/2018/5/layout/IconLeafLabelList"/>
    <dgm:cxn modelId="{7E88D0AA-7A28-43B5-9A0F-B71A2EAA5C24}" type="presParOf" srcId="{992919C9-99B4-434F-B982-92C16B9D87AE}" destId="{BCD33F5F-224C-4E32-BFA9-9F12BBFF5DF1}" srcOrd="2" destOrd="0" presId="urn:microsoft.com/office/officeart/2018/5/layout/IconLeafLabelList"/>
    <dgm:cxn modelId="{AC2F2A07-5EDB-4BA9-B174-3A1531B1D5A2}" type="presParOf" srcId="{992919C9-99B4-434F-B982-92C16B9D87AE}" destId="{1C4CE0B5-7907-4273-82E5-9F388307852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33DDD5C-C1FC-4304-B667-4EF0A4DD0F5C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FE3046-F3B4-4903-A2D0-0D1C2DFEDC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Balancing security vs usability</a:t>
          </a:r>
        </a:p>
      </dgm:t>
    </dgm:pt>
    <dgm:pt modelId="{9D355216-355F-427A-8A05-0EAA7BA2CE7D}" type="parTrans" cxnId="{7120FAEC-EAF2-4FBD-A39D-AABFD6ECEB8A}">
      <dgm:prSet/>
      <dgm:spPr/>
      <dgm:t>
        <a:bodyPr/>
        <a:lstStyle/>
        <a:p>
          <a:endParaRPr lang="en-US"/>
        </a:p>
      </dgm:t>
    </dgm:pt>
    <dgm:pt modelId="{E006A9AA-A402-4660-9AEB-654B4FE05B0C}" type="sibTrans" cxnId="{7120FAEC-EAF2-4FBD-A39D-AABFD6ECEB8A}">
      <dgm:prSet/>
      <dgm:spPr/>
      <dgm:t>
        <a:bodyPr/>
        <a:lstStyle/>
        <a:p>
          <a:endParaRPr lang="en-US"/>
        </a:p>
      </dgm:t>
    </dgm:pt>
    <dgm:pt modelId="{49349C7B-25D7-46AC-AFB8-FFCF167805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User-centered iterative design</a:t>
          </a:r>
        </a:p>
      </dgm:t>
    </dgm:pt>
    <dgm:pt modelId="{E4702F2C-3C8A-4F83-9B01-B7B7107AD904}" type="parTrans" cxnId="{A907AD8B-B5C0-4636-886F-3F9CEDF3FF24}">
      <dgm:prSet/>
      <dgm:spPr/>
      <dgm:t>
        <a:bodyPr/>
        <a:lstStyle/>
        <a:p>
          <a:endParaRPr lang="en-US"/>
        </a:p>
      </dgm:t>
    </dgm:pt>
    <dgm:pt modelId="{D30D30CE-06FC-405C-AE12-810DB701BA0C}" type="sibTrans" cxnId="{A907AD8B-B5C0-4636-886F-3F9CEDF3FF24}">
      <dgm:prSet/>
      <dgm:spPr/>
      <dgm:t>
        <a:bodyPr/>
        <a:lstStyle/>
        <a:p>
          <a:endParaRPr lang="en-US"/>
        </a:p>
      </dgm:t>
    </dgm:pt>
    <dgm:pt modelId="{04D6C35D-B538-4480-85F6-80C6ADC378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Importance of documentation</a:t>
          </a:r>
        </a:p>
      </dgm:t>
    </dgm:pt>
    <dgm:pt modelId="{2447A54B-B179-4063-AF36-89D41181F0CE}" type="parTrans" cxnId="{23163F58-18F7-4E8B-9D93-3BF22EB78508}">
      <dgm:prSet/>
      <dgm:spPr/>
      <dgm:t>
        <a:bodyPr/>
        <a:lstStyle/>
        <a:p>
          <a:endParaRPr lang="en-US"/>
        </a:p>
      </dgm:t>
    </dgm:pt>
    <dgm:pt modelId="{37F630CD-786E-47F6-A9B9-33031AAF6FB4}" type="sibTrans" cxnId="{23163F58-18F7-4E8B-9D93-3BF22EB78508}">
      <dgm:prSet/>
      <dgm:spPr/>
      <dgm:t>
        <a:bodyPr/>
        <a:lstStyle/>
        <a:p>
          <a:endParaRPr lang="en-US"/>
        </a:p>
      </dgm:t>
    </dgm:pt>
    <dgm:pt modelId="{8A991F0C-0BD3-4E25-B428-263B87099D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Incremental rollouts helped refine</a:t>
          </a:r>
        </a:p>
      </dgm:t>
    </dgm:pt>
    <dgm:pt modelId="{15953C09-9A96-46E0-BE84-FEC48388DFF5}" type="parTrans" cxnId="{6D8B6ECD-A150-4987-973E-7D4B8CE47F2A}">
      <dgm:prSet/>
      <dgm:spPr/>
      <dgm:t>
        <a:bodyPr/>
        <a:lstStyle/>
        <a:p>
          <a:endParaRPr lang="en-US"/>
        </a:p>
      </dgm:t>
    </dgm:pt>
    <dgm:pt modelId="{97B9C91A-778F-4122-8A0B-8A534258490C}" type="sibTrans" cxnId="{6D8B6ECD-A150-4987-973E-7D4B8CE47F2A}">
      <dgm:prSet/>
      <dgm:spPr/>
      <dgm:t>
        <a:bodyPr/>
        <a:lstStyle/>
        <a:p>
          <a:endParaRPr lang="en-US"/>
        </a:p>
      </dgm:t>
    </dgm:pt>
    <dgm:pt modelId="{0876E23A-2691-4502-AC75-2BC3C3BBD58E}" type="pres">
      <dgm:prSet presAssocID="{A33DDD5C-C1FC-4304-B667-4EF0A4DD0F5C}" presName="root" presStyleCnt="0">
        <dgm:presLayoutVars>
          <dgm:dir/>
          <dgm:resizeHandles val="exact"/>
        </dgm:presLayoutVars>
      </dgm:prSet>
      <dgm:spPr/>
    </dgm:pt>
    <dgm:pt modelId="{6D538A5E-D39E-4D9A-AAD7-4A8020B440F0}" type="pres">
      <dgm:prSet presAssocID="{03FE3046-F3B4-4903-A2D0-0D1C2DFEDCA0}" presName="compNode" presStyleCnt="0"/>
      <dgm:spPr/>
    </dgm:pt>
    <dgm:pt modelId="{504DF092-737C-4374-A2DC-22719FC33152}" type="pres">
      <dgm:prSet presAssocID="{03FE3046-F3B4-4903-A2D0-0D1C2DFEDCA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3FC943D-F842-421E-AAC5-9DA33BAC9825}" type="pres">
      <dgm:prSet presAssocID="{03FE3046-F3B4-4903-A2D0-0D1C2DFEDCA0}" presName="spaceRect" presStyleCnt="0"/>
      <dgm:spPr/>
    </dgm:pt>
    <dgm:pt modelId="{127FAA97-9808-4016-8A52-5C2F5401F917}" type="pres">
      <dgm:prSet presAssocID="{03FE3046-F3B4-4903-A2D0-0D1C2DFEDCA0}" presName="textRect" presStyleLbl="revTx" presStyleIdx="0" presStyleCnt="4">
        <dgm:presLayoutVars>
          <dgm:chMax val="1"/>
          <dgm:chPref val="1"/>
        </dgm:presLayoutVars>
      </dgm:prSet>
      <dgm:spPr/>
    </dgm:pt>
    <dgm:pt modelId="{C9D93596-0CCA-40D8-A775-7E45C631DC28}" type="pres">
      <dgm:prSet presAssocID="{E006A9AA-A402-4660-9AEB-654B4FE05B0C}" presName="sibTrans" presStyleCnt="0"/>
      <dgm:spPr/>
    </dgm:pt>
    <dgm:pt modelId="{15CFB14F-3A38-4503-9E39-E94593EB3B70}" type="pres">
      <dgm:prSet presAssocID="{49349C7B-25D7-46AC-AFB8-FFCF1678056D}" presName="compNode" presStyleCnt="0"/>
      <dgm:spPr/>
    </dgm:pt>
    <dgm:pt modelId="{7E647C1E-E781-4DA7-90FA-BB3F552915F6}" type="pres">
      <dgm:prSet presAssocID="{49349C7B-25D7-46AC-AFB8-FFCF167805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BD24E3C9-5BDE-426C-B79E-D988FE720889}" type="pres">
      <dgm:prSet presAssocID="{49349C7B-25D7-46AC-AFB8-FFCF1678056D}" presName="spaceRect" presStyleCnt="0"/>
      <dgm:spPr/>
    </dgm:pt>
    <dgm:pt modelId="{F7BDCA3E-018D-4EED-81C4-F1FDC09CBC1C}" type="pres">
      <dgm:prSet presAssocID="{49349C7B-25D7-46AC-AFB8-FFCF1678056D}" presName="textRect" presStyleLbl="revTx" presStyleIdx="1" presStyleCnt="4">
        <dgm:presLayoutVars>
          <dgm:chMax val="1"/>
          <dgm:chPref val="1"/>
        </dgm:presLayoutVars>
      </dgm:prSet>
      <dgm:spPr/>
    </dgm:pt>
    <dgm:pt modelId="{7E7CC3E2-F7C4-4A90-8FA9-F9CB4698A68C}" type="pres">
      <dgm:prSet presAssocID="{D30D30CE-06FC-405C-AE12-810DB701BA0C}" presName="sibTrans" presStyleCnt="0"/>
      <dgm:spPr/>
    </dgm:pt>
    <dgm:pt modelId="{D67E7D1C-48C6-44EF-870A-EC56CA116E8C}" type="pres">
      <dgm:prSet presAssocID="{04D6C35D-B538-4480-85F6-80C6ADC37806}" presName="compNode" presStyleCnt="0"/>
      <dgm:spPr/>
    </dgm:pt>
    <dgm:pt modelId="{4F1A2992-B2B3-426B-8BF5-A20561BA31C5}" type="pres">
      <dgm:prSet presAssocID="{04D6C35D-B538-4480-85F6-80C6ADC3780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E1F7591-E1C5-44C6-AD79-A150C5E7B50A}" type="pres">
      <dgm:prSet presAssocID="{04D6C35D-B538-4480-85F6-80C6ADC37806}" presName="spaceRect" presStyleCnt="0"/>
      <dgm:spPr/>
    </dgm:pt>
    <dgm:pt modelId="{489B2D99-8C2D-4B35-8340-153B6B179A49}" type="pres">
      <dgm:prSet presAssocID="{04D6C35D-B538-4480-85F6-80C6ADC37806}" presName="textRect" presStyleLbl="revTx" presStyleIdx="2" presStyleCnt="4">
        <dgm:presLayoutVars>
          <dgm:chMax val="1"/>
          <dgm:chPref val="1"/>
        </dgm:presLayoutVars>
      </dgm:prSet>
      <dgm:spPr/>
    </dgm:pt>
    <dgm:pt modelId="{B2F3AC1E-7A54-4AB6-919D-015072E58735}" type="pres">
      <dgm:prSet presAssocID="{37F630CD-786E-47F6-A9B9-33031AAF6FB4}" presName="sibTrans" presStyleCnt="0"/>
      <dgm:spPr/>
    </dgm:pt>
    <dgm:pt modelId="{DF59473C-8650-406D-9538-151769E3124D}" type="pres">
      <dgm:prSet presAssocID="{8A991F0C-0BD3-4E25-B428-263B87099DF3}" presName="compNode" presStyleCnt="0"/>
      <dgm:spPr/>
    </dgm:pt>
    <dgm:pt modelId="{617FC708-D186-44CE-BEAE-16EB6FA31C3D}" type="pres">
      <dgm:prSet presAssocID="{8A991F0C-0BD3-4E25-B428-263B87099DF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E7E6D33C-C6B2-47B3-A502-14A0CA2A3A3A}" type="pres">
      <dgm:prSet presAssocID="{8A991F0C-0BD3-4E25-B428-263B87099DF3}" presName="spaceRect" presStyleCnt="0"/>
      <dgm:spPr/>
    </dgm:pt>
    <dgm:pt modelId="{CDAC8437-17E8-4C46-BFD9-C87ED0460BEB}" type="pres">
      <dgm:prSet presAssocID="{8A991F0C-0BD3-4E25-B428-263B87099DF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1FCED5D-7B3A-4721-8CEE-C08350FDCAC4}" type="presOf" srcId="{49349C7B-25D7-46AC-AFB8-FFCF1678056D}" destId="{F7BDCA3E-018D-4EED-81C4-F1FDC09CBC1C}" srcOrd="0" destOrd="0" presId="urn:microsoft.com/office/officeart/2018/2/layout/IconLabelList"/>
    <dgm:cxn modelId="{8D075842-8512-4116-9ADE-B591741F78AA}" type="presOf" srcId="{A33DDD5C-C1FC-4304-B667-4EF0A4DD0F5C}" destId="{0876E23A-2691-4502-AC75-2BC3C3BBD58E}" srcOrd="0" destOrd="0" presId="urn:microsoft.com/office/officeart/2018/2/layout/IconLabelList"/>
    <dgm:cxn modelId="{FD236757-8209-4842-813A-294BFFDC33C8}" type="presOf" srcId="{8A991F0C-0BD3-4E25-B428-263B87099DF3}" destId="{CDAC8437-17E8-4C46-BFD9-C87ED0460BEB}" srcOrd="0" destOrd="0" presId="urn:microsoft.com/office/officeart/2018/2/layout/IconLabelList"/>
    <dgm:cxn modelId="{23163F58-18F7-4E8B-9D93-3BF22EB78508}" srcId="{A33DDD5C-C1FC-4304-B667-4EF0A4DD0F5C}" destId="{04D6C35D-B538-4480-85F6-80C6ADC37806}" srcOrd="2" destOrd="0" parTransId="{2447A54B-B179-4063-AF36-89D41181F0CE}" sibTransId="{37F630CD-786E-47F6-A9B9-33031AAF6FB4}"/>
    <dgm:cxn modelId="{A907AD8B-B5C0-4636-886F-3F9CEDF3FF24}" srcId="{A33DDD5C-C1FC-4304-B667-4EF0A4DD0F5C}" destId="{49349C7B-25D7-46AC-AFB8-FFCF1678056D}" srcOrd="1" destOrd="0" parTransId="{E4702F2C-3C8A-4F83-9B01-B7B7107AD904}" sibTransId="{D30D30CE-06FC-405C-AE12-810DB701BA0C}"/>
    <dgm:cxn modelId="{CB69B9B3-3EE9-4B7B-9D24-D12754CEBD84}" type="presOf" srcId="{03FE3046-F3B4-4903-A2D0-0D1C2DFEDCA0}" destId="{127FAA97-9808-4016-8A52-5C2F5401F917}" srcOrd="0" destOrd="0" presId="urn:microsoft.com/office/officeart/2018/2/layout/IconLabelList"/>
    <dgm:cxn modelId="{6D8B6ECD-A150-4987-973E-7D4B8CE47F2A}" srcId="{A33DDD5C-C1FC-4304-B667-4EF0A4DD0F5C}" destId="{8A991F0C-0BD3-4E25-B428-263B87099DF3}" srcOrd="3" destOrd="0" parTransId="{15953C09-9A96-46E0-BE84-FEC48388DFF5}" sibTransId="{97B9C91A-778F-4122-8A0B-8A534258490C}"/>
    <dgm:cxn modelId="{D21006E3-C6A7-41A7-A377-3A32F0FA2B33}" type="presOf" srcId="{04D6C35D-B538-4480-85F6-80C6ADC37806}" destId="{489B2D99-8C2D-4B35-8340-153B6B179A49}" srcOrd="0" destOrd="0" presId="urn:microsoft.com/office/officeart/2018/2/layout/IconLabelList"/>
    <dgm:cxn modelId="{7120FAEC-EAF2-4FBD-A39D-AABFD6ECEB8A}" srcId="{A33DDD5C-C1FC-4304-B667-4EF0A4DD0F5C}" destId="{03FE3046-F3B4-4903-A2D0-0D1C2DFEDCA0}" srcOrd="0" destOrd="0" parTransId="{9D355216-355F-427A-8A05-0EAA7BA2CE7D}" sibTransId="{E006A9AA-A402-4660-9AEB-654B4FE05B0C}"/>
    <dgm:cxn modelId="{104A9C8F-224F-47A4-8FFB-1299132D992A}" type="presParOf" srcId="{0876E23A-2691-4502-AC75-2BC3C3BBD58E}" destId="{6D538A5E-D39E-4D9A-AAD7-4A8020B440F0}" srcOrd="0" destOrd="0" presId="urn:microsoft.com/office/officeart/2018/2/layout/IconLabelList"/>
    <dgm:cxn modelId="{DFDAD17E-0E39-4B24-9EBC-6F1F45E62958}" type="presParOf" srcId="{6D538A5E-D39E-4D9A-AAD7-4A8020B440F0}" destId="{504DF092-737C-4374-A2DC-22719FC33152}" srcOrd="0" destOrd="0" presId="urn:microsoft.com/office/officeart/2018/2/layout/IconLabelList"/>
    <dgm:cxn modelId="{7F0A7A66-A2C7-4DB7-80A2-4F498F316E05}" type="presParOf" srcId="{6D538A5E-D39E-4D9A-AAD7-4A8020B440F0}" destId="{D3FC943D-F842-421E-AAC5-9DA33BAC9825}" srcOrd="1" destOrd="0" presId="urn:microsoft.com/office/officeart/2018/2/layout/IconLabelList"/>
    <dgm:cxn modelId="{65AB7EC2-104B-4125-85BA-FFADDD1909CC}" type="presParOf" srcId="{6D538A5E-D39E-4D9A-AAD7-4A8020B440F0}" destId="{127FAA97-9808-4016-8A52-5C2F5401F917}" srcOrd="2" destOrd="0" presId="urn:microsoft.com/office/officeart/2018/2/layout/IconLabelList"/>
    <dgm:cxn modelId="{74EE5DEA-576C-41E4-B6DC-C5915CCA7131}" type="presParOf" srcId="{0876E23A-2691-4502-AC75-2BC3C3BBD58E}" destId="{C9D93596-0CCA-40D8-A775-7E45C631DC28}" srcOrd="1" destOrd="0" presId="urn:microsoft.com/office/officeart/2018/2/layout/IconLabelList"/>
    <dgm:cxn modelId="{FB0E7E7E-7D0D-48DF-8C84-788D57CCAE46}" type="presParOf" srcId="{0876E23A-2691-4502-AC75-2BC3C3BBD58E}" destId="{15CFB14F-3A38-4503-9E39-E94593EB3B70}" srcOrd="2" destOrd="0" presId="urn:microsoft.com/office/officeart/2018/2/layout/IconLabelList"/>
    <dgm:cxn modelId="{7B4635AE-1363-4266-95F8-537C0E169740}" type="presParOf" srcId="{15CFB14F-3A38-4503-9E39-E94593EB3B70}" destId="{7E647C1E-E781-4DA7-90FA-BB3F552915F6}" srcOrd="0" destOrd="0" presId="urn:microsoft.com/office/officeart/2018/2/layout/IconLabelList"/>
    <dgm:cxn modelId="{BB304BB0-164C-40E2-9BF7-EA5E072A0FEB}" type="presParOf" srcId="{15CFB14F-3A38-4503-9E39-E94593EB3B70}" destId="{BD24E3C9-5BDE-426C-B79E-D988FE720889}" srcOrd="1" destOrd="0" presId="urn:microsoft.com/office/officeart/2018/2/layout/IconLabelList"/>
    <dgm:cxn modelId="{903FCADB-6FC0-4D51-A158-5957D7C3219B}" type="presParOf" srcId="{15CFB14F-3A38-4503-9E39-E94593EB3B70}" destId="{F7BDCA3E-018D-4EED-81C4-F1FDC09CBC1C}" srcOrd="2" destOrd="0" presId="urn:microsoft.com/office/officeart/2018/2/layout/IconLabelList"/>
    <dgm:cxn modelId="{BDDC7F78-58D2-465A-90A0-3D6AC98D45B9}" type="presParOf" srcId="{0876E23A-2691-4502-AC75-2BC3C3BBD58E}" destId="{7E7CC3E2-F7C4-4A90-8FA9-F9CB4698A68C}" srcOrd="3" destOrd="0" presId="urn:microsoft.com/office/officeart/2018/2/layout/IconLabelList"/>
    <dgm:cxn modelId="{D374A07B-2A8F-4B0E-9D74-E19C4E9A01B2}" type="presParOf" srcId="{0876E23A-2691-4502-AC75-2BC3C3BBD58E}" destId="{D67E7D1C-48C6-44EF-870A-EC56CA116E8C}" srcOrd="4" destOrd="0" presId="urn:microsoft.com/office/officeart/2018/2/layout/IconLabelList"/>
    <dgm:cxn modelId="{496B641C-2095-4A9F-AA23-3F786BFBC69F}" type="presParOf" srcId="{D67E7D1C-48C6-44EF-870A-EC56CA116E8C}" destId="{4F1A2992-B2B3-426B-8BF5-A20561BA31C5}" srcOrd="0" destOrd="0" presId="urn:microsoft.com/office/officeart/2018/2/layout/IconLabelList"/>
    <dgm:cxn modelId="{370F980D-8FA0-4F2F-A61B-A4394A671E03}" type="presParOf" srcId="{D67E7D1C-48C6-44EF-870A-EC56CA116E8C}" destId="{AE1F7591-E1C5-44C6-AD79-A150C5E7B50A}" srcOrd="1" destOrd="0" presId="urn:microsoft.com/office/officeart/2018/2/layout/IconLabelList"/>
    <dgm:cxn modelId="{5699783D-47CD-4D7E-8084-D85AA2F387B9}" type="presParOf" srcId="{D67E7D1C-48C6-44EF-870A-EC56CA116E8C}" destId="{489B2D99-8C2D-4B35-8340-153B6B179A49}" srcOrd="2" destOrd="0" presId="urn:microsoft.com/office/officeart/2018/2/layout/IconLabelList"/>
    <dgm:cxn modelId="{DA345063-768F-4324-BF0E-EDD5F6FFBF1D}" type="presParOf" srcId="{0876E23A-2691-4502-AC75-2BC3C3BBD58E}" destId="{B2F3AC1E-7A54-4AB6-919D-015072E58735}" srcOrd="5" destOrd="0" presId="urn:microsoft.com/office/officeart/2018/2/layout/IconLabelList"/>
    <dgm:cxn modelId="{A3490E8E-B6CD-4468-B545-3D2B8D61F70C}" type="presParOf" srcId="{0876E23A-2691-4502-AC75-2BC3C3BBD58E}" destId="{DF59473C-8650-406D-9538-151769E3124D}" srcOrd="6" destOrd="0" presId="urn:microsoft.com/office/officeart/2018/2/layout/IconLabelList"/>
    <dgm:cxn modelId="{25857369-AF18-49E9-B9EA-D2685080B7C7}" type="presParOf" srcId="{DF59473C-8650-406D-9538-151769E3124D}" destId="{617FC708-D186-44CE-BEAE-16EB6FA31C3D}" srcOrd="0" destOrd="0" presId="urn:microsoft.com/office/officeart/2018/2/layout/IconLabelList"/>
    <dgm:cxn modelId="{EBE601AA-8A89-40E3-BD3D-D9D1E03F7DF0}" type="presParOf" srcId="{DF59473C-8650-406D-9538-151769E3124D}" destId="{E7E6D33C-C6B2-47B3-A502-14A0CA2A3A3A}" srcOrd="1" destOrd="0" presId="urn:microsoft.com/office/officeart/2018/2/layout/IconLabelList"/>
    <dgm:cxn modelId="{D733E8B9-AC8B-4FFD-B38F-92B1861415F2}" type="presParOf" srcId="{DF59473C-8650-406D-9538-151769E3124D}" destId="{CDAC8437-17E8-4C46-BFD9-C87ED0460BE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8BE307C-4A46-4848-BCEF-F2CFA177B73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501369B-6085-4A91-974C-33EF2EE97B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Visit: https://e-vote-x.vercel.app</a:t>
          </a:r>
        </a:p>
      </dgm:t>
    </dgm:pt>
    <dgm:pt modelId="{3BF92B40-500B-4928-B05F-0C899585597D}" type="parTrans" cxnId="{B121A08F-87B7-40E4-A199-5CA6666EE715}">
      <dgm:prSet/>
      <dgm:spPr/>
      <dgm:t>
        <a:bodyPr/>
        <a:lstStyle/>
        <a:p>
          <a:endParaRPr lang="en-US"/>
        </a:p>
      </dgm:t>
    </dgm:pt>
    <dgm:pt modelId="{39FE2156-C5D9-4F9C-8D90-CDB0F0AD1711}" type="sibTrans" cxnId="{B121A08F-87B7-40E4-A199-5CA6666EE7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50FC4D3-1498-4B35-833D-79D627FFED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Email: support@</a:t>
          </a:r>
          <a:r>
            <a:rPr lang="en-US">
              <a:latin typeface="Calibri"/>
            </a:rPr>
            <a:t>mcs.nust</a:t>
          </a:r>
          <a:r>
            <a:rPr lang="en-US"/>
            <a:t>.edu.pk</a:t>
          </a:r>
        </a:p>
      </dgm:t>
    </dgm:pt>
    <dgm:pt modelId="{B880FA67-1C96-40B3-94F2-B306D9090848}" type="parTrans" cxnId="{2A791588-29E2-4939-AB6B-0D2F355F63CB}">
      <dgm:prSet/>
      <dgm:spPr/>
      <dgm:t>
        <a:bodyPr/>
        <a:lstStyle/>
        <a:p>
          <a:endParaRPr lang="en-US"/>
        </a:p>
      </dgm:t>
    </dgm:pt>
    <dgm:pt modelId="{98BD0E2F-121E-44B6-A6DA-41AD451727F1}" type="sibTrans" cxnId="{2A791588-29E2-4939-AB6B-0D2F355F63C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7E242E-678C-440D-B31E-90E626621E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Questions?</a:t>
          </a:r>
        </a:p>
      </dgm:t>
    </dgm:pt>
    <dgm:pt modelId="{99CEADF3-7A52-4447-BF5D-2458086DB9DC}" type="parTrans" cxnId="{2796523F-3256-4E86-B5BF-840BEAC35ED2}">
      <dgm:prSet/>
      <dgm:spPr/>
      <dgm:t>
        <a:bodyPr/>
        <a:lstStyle/>
        <a:p>
          <a:endParaRPr lang="en-US"/>
        </a:p>
      </dgm:t>
    </dgm:pt>
    <dgm:pt modelId="{D091245C-034B-452D-BEEA-9E321FB47DFD}" type="sibTrans" cxnId="{2796523F-3256-4E86-B5BF-840BEAC35ED2}">
      <dgm:prSet/>
      <dgm:spPr/>
      <dgm:t>
        <a:bodyPr/>
        <a:lstStyle/>
        <a:p>
          <a:endParaRPr lang="en-US"/>
        </a:p>
      </dgm:t>
    </dgm:pt>
    <dgm:pt modelId="{7C5D6AB7-542C-4731-9028-F8F104EABC38}" type="pres">
      <dgm:prSet presAssocID="{48BE307C-4A46-4848-BCEF-F2CFA177B73A}" presName="root" presStyleCnt="0">
        <dgm:presLayoutVars>
          <dgm:dir/>
          <dgm:resizeHandles val="exact"/>
        </dgm:presLayoutVars>
      </dgm:prSet>
      <dgm:spPr/>
    </dgm:pt>
    <dgm:pt modelId="{F24F5503-A7E9-4201-8B2A-196B71C1AD44}" type="pres">
      <dgm:prSet presAssocID="{2501369B-6085-4A91-974C-33EF2EE97BD2}" presName="compNode" presStyleCnt="0"/>
      <dgm:spPr/>
    </dgm:pt>
    <dgm:pt modelId="{3B4F5F7A-0E72-4AA7-96F5-CD6BF763D7C1}" type="pres">
      <dgm:prSet presAssocID="{2501369B-6085-4A91-974C-33EF2EE97BD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410C7597-63EC-487F-B2A0-A2C637032FDF}" type="pres">
      <dgm:prSet presAssocID="{2501369B-6085-4A91-974C-33EF2EE97BD2}" presName="spaceRect" presStyleCnt="0"/>
      <dgm:spPr/>
    </dgm:pt>
    <dgm:pt modelId="{C95976C2-DAC1-4099-94A5-BB63CD6C2C20}" type="pres">
      <dgm:prSet presAssocID="{2501369B-6085-4A91-974C-33EF2EE97BD2}" presName="textRect" presStyleLbl="revTx" presStyleIdx="0" presStyleCnt="3">
        <dgm:presLayoutVars>
          <dgm:chMax val="1"/>
          <dgm:chPref val="1"/>
        </dgm:presLayoutVars>
      </dgm:prSet>
      <dgm:spPr/>
    </dgm:pt>
    <dgm:pt modelId="{FC537366-74BD-4564-840F-E443D8BDE9C7}" type="pres">
      <dgm:prSet presAssocID="{39FE2156-C5D9-4F9C-8D90-CDB0F0AD1711}" presName="sibTrans" presStyleCnt="0"/>
      <dgm:spPr/>
    </dgm:pt>
    <dgm:pt modelId="{36B3A798-6BB9-4290-931D-D1C8A51BC95A}" type="pres">
      <dgm:prSet presAssocID="{A50FC4D3-1498-4B35-833D-79D627FFEDCD}" presName="compNode" presStyleCnt="0"/>
      <dgm:spPr/>
    </dgm:pt>
    <dgm:pt modelId="{51399EF7-8C4A-41E0-92F2-07C72AF922BA}" type="pres">
      <dgm:prSet presAssocID="{A50FC4D3-1498-4B35-833D-79D627FFED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BEDBFFE7-8975-445D-A183-75DE291A40BA}" type="pres">
      <dgm:prSet presAssocID="{A50FC4D3-1498-4B35-833D-79D627FFEDCD}" presName="spaceRect" presStyleCnt="0"/>
      <dgm:spPr/>
    </dgm:pt>
    <dgm:pt modelId="{33871B1D-00EB-400A-AF9A-2DAF4CD6A8BC}" type="pres">
      <dgm:prSet presAssocID="{A50FC4D3-1498-4B35-833D-79D627FFEDCD}" presName="textRect" presStyleLbl="revTx" presStyleIdx="1" presStyleCnt="3">
        <dgm:presLayoutVars>
          <dgm:chMax val="1"/>
          <dgm:chPref val="1"/>
        </dgm:presLayoutVars>
      </dgm:prSet>
      <dgm:spPr/>
    </dgm:pt>
    <dgm:pt modelId="{0E95151E-7F25-4CB5-84C6-875898D48BDF}" type="pres">
      <dgm:prSet presAssocID="{98BD0E2F-121E-44B6-A6DA-41AD451727F1}" presName="sibTrans" presStyleCnt="0"/>
      <dgm:spPr/>
    </dgm:pt>
    <dgm:pt modelId="{7D8723A5-DCB9-47F4-8F85-BF6BB8D9735F}" type="pres">
      <dgm:prSet presAssocID="{A47E242E-678C-440D-B31E-90E626621E6D}" presName="compNode" presStyleCnt="0"/>
      <dgm:spPr/>
    </dgm:pt>
    <dgm:pt modelId="{721A2B33-DD08-4772-B838-06E5776560BC}" type="pres">
      <dgm:prSet presAssocID="{A47E242E-678C-440D-B31E-90E626621E6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A983334D-8329-4334-82E2-4BD3109D8279}" type="pres">
      <dgm:prSet presAssocID="{A47E242E-678C-440D-B31E-90E626621E6D}" presName="spaceRect" presStyleCnt="0"/>
      <dgm:spPr/>
    </dgm:pt>
    <dgm:pt modelId="{1A1F7450-A8E5-4612-AB4F-EB1BFE7B6F07}" type="pres">
      <dgm:prSet presAssocID="{A47E242E-678C-440D-B31E-90E626621E6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A9EEB21-798F-468C-B2B8-CDAF1DFE4549}" type="presOf" srcId="{2501369B-6085-4A91-974C-33EF2EE97BD2}" destId="{C95976C2-DAC1-4099-94A5-BB63CD6C2C20}" srcOrd="0" destOrd="0" presId="urn:microsoft.com/office/officeart/2018/2/layout/IconLabelList"/>
    <dgm:cxn modelId="{2796523F-3256-4E86-B5BF-840BEAC35ED2}" srcId="{48BE307C-4A46-4848-BCEF-F2CFA177B73A}" destId="{A47E242E-678C-440D-B31E-90E626621E6D}" srcOrd="2" destOrd="0" parTransId="{99CEADF3-7A52-4447-BF5D-2458086DB9DC}" sibTransId="{D091245C-034B-452D-BEEA-9E321FB47DFD}"/>
    <dgm:cxn modelId="{58D5B544-FD93-4FA8-824A-6BBD892BF111}" type="presOf" srcId="{A47E242E-678C-440D-B31E-90E626621E6D}" destId="{1A1F7450-A8E5-4612-AB4F-EB1BFE7B6F07}" srcOrd="0" destOrd="0" presId="urn:microsoft.com/office/officeart/2018/2/layout/IconLabelList"/>
    <dgm:cxn modelId="{B1441D45-712C-495E-9C4E-32E08AA1FF17}" type="presOf" srcId="{A50FC4D3-1498-4B35-833D-79D627FFEDCD}" destId="{33871B1D-00EB-400A-AF9A-2DAF4CD6A8BC}" srcOrd="0" destOrd="0" presId="urn:microsoft.com/office/officeart/2018/2/layout/IconLabelList"/>
    <dgm:cxn modelId="{2A791588-29E2-4939-AB6B-0D2F355F63CB}" srcId="{48BE307C-4A46-4848-BCEF-F2CFA177B73A}" destId="{A50FC4D3-1498-4B35-833D-79D627FFEDCD}" srcOrd="1" destOrd="0" parTransId="{B880FA67-1C96-40B3-94F2-B306D9090848}" sibTransId="{98BD0E2F-121E-44B6-A6DA-41AD451727F1}"/>
    <dgm:cxn modelId="{B121A08F-87B7-40E4-A199-5CA6666EE715}" srcId="{48BE307C-4A46-4848-BCEF-F2CFA177B73A}" destId="{2501369B-6085-4A91-974C-33EF2EE97BD2}" srcOrd="0" destOrd="0" parTransId="{3BF92B40-500B-4928-B05F-0C899585597D}" sibTransId="{39FE2156-C5D9-4F9C-8D90-CDB0F0AD1711}"/>
    <dgm:cxn modelId="{99A0D49A-1B38-408F-A68D-8DF8ED0BBDE2}" type="presOf" srcId="{48BE307C-4A46-4848-BCEF-F2CFA177B73A}" destId="{7C5D6AB7-542C-4731-9028-F8F104EABC38}" srcOrd="0" destOrd="0" presId="urn:microsoft.com/office/officeart/2018/2/layout/IconLabelList"/>
    <dgm:cxn modelId="{BEF14F0E-703E-434A-BEE8-493CE8E3C42C}" type="presParOf" srcId="{7C5D6AB7-542C-4731-9028-F8F104EABC38}" destId="{F24F5503-A7E9-4201-8B2A-196B71C1AD44}" srcOrd="0" destOrd="0" presId="urn:microsoft.com/office/officeart/2018/2/layout/IconLabelList"/>
    <dgm:cxn modelId="{773B2643-7361-4EB3-B597-D969AB6C7DE1}" type="presParOf" srcId="{F24F5503-A7E9-4201-8B2A-196B71C1AD44}" destId="{3B4F5F7A-0E72-4AA7-96F5-CD6BF763D7C1}" srcOrd="0" destOrd="0" presId="urn:microsoft.com/office/officeart/2018/2/layout/IconLabelList"/>
    <dgm:cxn modelId="{83165A4A-FCF2-4EFC-8539-932BCD6CBC13}" type="presParOf" srcId="{F24F5503-A7E9-4201-8B2A-196B71C1AD44}" destId="{410C7597-63EC-487F-B2A0-A2C637032FDF}" srcOrd="1" destOrd="0" presId="urn:microsoft.com/office/officeart/2018/2/layout/IconLabelList"/>
    <dgm:cxn modelId="{AA75C8B5-5377-41F8-8B56-15251F67DC41}" type="presParOf" srcId="{F24F5503-A7E9-4201-8B2A-196B71C1AD44}" destId="{C95976C2-DAC1-4099-94A5-BB63CD6C2C20}" srcOrd="2" destOrd="0" presId="urn:microsoft.com/office/officeart/2018/2/layout/IconLabelList"/>
    <dgm:cxn modelId="{8EA53BAD-62E5-4B23-91E0-71687F66C839}" type="presParOf" srcId="{7C5D6AB7-542C-4731-9028-F8F104EABC38}" destId="{FC537366-74BD-4564-840F-E443D8BDE9C7}" srcOrd="1" destOrd="0" presId="urn:microsoft.com/office/officeart/2018/2/layout/IconLabelList"/>
    <dgm:cxn modelId="{91DF3E7F-BCD4-4BFB-9062-BF22F7A9AB5B}" type="presParOf" srcId="{7C5D6AB7-542C-4731-9028-F8F104EABC38}" destId="{36B3A798-6BB9-4290-931D-D1C8A51BC95A}" srcOrd="2" destOrd="0" presId="urn:microsoft.com/office/officeart/2018/2/layout/IconLabelList"/>
    <dgm:cxn modelId="{D44AC1DC-6488-4219-BA8A-2B38C43838F7}" type="presParOf" srcId="{36B3A798-6BB9-4290-931D-D1C8A51BC95A}" destId="{51399EF7-8C4A-41E0-92F2-07C72AF922BA}" srcOrd="0" destOrd="0" presId="urn:microsoft.com/office/officeart/2018/2/layout/IconLabelList"/>
    <dgm:cxn modelId="{5C17674F-1967-48CC-A5B3-0A94E39493C0}" type="presParOf" srcId="{36B3A798-6BB9-4290-931D-D1C8A51BC95A}" destId="{BEDBFFE7-8975-445D-A183-75DE291A40BA}" srcOrd="1" destOrd="0" presId="urn:microsoft.com/office/officeart/2018/2/layout/IconLabelList"/>
    <dgm:cxn modelId="{672784F1-5C9E-472E-AC74-F5C4C0A2585C}" type="presParOf" srcId="{36B3A798-6BB9-4290-931D-D1C8A51BC95A}" destId="{33871B1D-00EB-400A-AF9A-2DAF4CD6A8BC}" srcOrd="2" destOrd="0" presId="urn:microsoft.com/office/officeart/2018/2/layout/IconLabelList"/>
    <dgm:cxn modelId="{06ED138A-C98F-446F-B1E1-CE1257A3D251}" type="presParOf" srcId="{7C5D6AB7-542C-4731-9028-F8F104EABC38}" destId="{0E95151E-7F25-4CB5-84C6-875898D48BDF}" srcOrd="3" destOrd="0" presId="urn:microsoft.com/office/officeart/2018/2/layout/IconLabelList"/>
    <dgm:cxn modelId="{91D6A3C8-3404-4C47-B5C5-7753471C0883}" type="presParOf" srcId="{7C5D6AB7-542C-4731-9028-F8F104EABC38}" destId="{7D8723A5-DCB9-47F4-8F85-BF6BB8D9735F}" srcOrd="4" destOrd="0" presId="urn:microsoft.com/office/officeart/2018/2/layout/IconLabelList"/>
    <dgm:cxn modelId="{D54A015E-E8DA-4210-9330-65A3FC0DCABA}" type="presParOf" srcId="{7D8723A5-DCB9-47F4-8F85-BF6BB8D9735F}" destId="{721A2B33-DD08-4772-B838-06E5776560BC}" srcOrd="0" destOrd="0" presId="urn:microsoft.com/office/officeart/2018/2/layout/IconLabelList"/>
    <dgm:cxn modelId="{0F0BDBFB-A01A-4181-9666-9E63261A8FDD}" type="presParOf" srcId="{7D8723A5-DCB9-47F4-8F85-BF6BB8D9735F}" destId="{A983334D-8329-4334-82E2-4BD3109D8279}" srcOrd="1" destOrd="0" presId="urn:microsoft.com/office/officeart/2018/2/layout/IconLabelList"/>
    <dgm:cxn modelId="{0841D905-B786-49D7-8FF7-67780143DB31}" type="presParOf" srcId="{7D8723A5-DCB9-47F4-8F85-BF6BB8D9735F}" destId="{1A1F7450-A8E5-4612-AB4F-EB1BFE7B6F0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520FF8-6914-4381-AF01-EDCE07AB368B}">
      <dsp:nvSpPr>
        <dsp:cNvPr id="0" name=""/>
        <dsp:cNvSpPr/>
      </dsp:nvSpPr>
      <dsp:spPr>
        <a:xfrm>
          <a:off x="0" y="44850"/>
          <a:ext cx="5175384" cy="8213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/>
              <a:cs typeface="Times New Roman"/>
            </a:rPr>
            <a:t>Problem &amp; Motivation</a:t>
          </a:r>
        </a:p>
      </dsp:txBody>
      <dsp:txXfrm>
        <a:off x="40094" y="84944"/>
        <a:ext cx="5095196" cy="741151"/>
      </dsp:txXfrm>
    </dsp:sp>
    <dsp:sp modelId="{04B559C4-0272-48C8-9829-B6923CB6BAA5}">
      <dsp:nvSpPr>
        <dsp:cNvPr id="0" name=""/>
        <dsp:cNvSpPr/>
      </dsp:nvSpPr>
      <dsp:spPr>
        <a:xfrm>
          <a:off x="0" y="969870"/>
          <a:ext cx="5175384" cy="821339"/>
        </a:xfrm>
        <a:prstGeom prst="round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/>
              <a:cs typeface="Times New Roman"/>
            </a:rPr>
            <a:t>Our Proposed Solution</a:t>
          </a:r>
        </a:p>
      </dsp:txBody>
      <dsp:txXfrm>
        <a:off x="40094" y="1009964"/>
        <a:ext cx="5095196" cy="741151"/>
      </dsp:txXfrm>
    </dsp:sp>
    <dsp:sp modelId="{8AC7F07D-9D9F-47CF-8E06-C700A62AAA03}">
      <dsp:nvSpPr>
        <dsp:cNvPr id="0" name=""/>
        <dsp:cNvSpPr/>
      </dsp:nvSpPr>
      <dsp:spPr>
        <a:xfrm>
          <a:off x="0" y="1894890"/>
          <a:ext cx="5175384" cy="821339"/>
        </a:xfrm>
        <a:prstGeom prst="round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/>
              <a:cs typeface="Times New Roman"/>
            </a:rPr>
            <a:t>Architecture Overview</a:t>
          </a:r>
        </a:p>
      </dsp:txBody>
      <dsp:txXfrm>
        <a:off x="40094" y="1934984"/>
        <a:ext cx="5095196" cy="741151"/>
      </dsp:txXfrm>
    </dsp:sp>
    <dsp:sp modelId="{9D43FDF8-B6DC-428F-AD16-4F693A1ACEC9}">
      <dsp:nvSpPr>
        <dsp:cNvPr id="0" name=""/>
        <dsp:cNvSpPr/>
      </dsp:nvSpPr>
      <dsp:spPr>
        <a:xfrm>
          <a:off x="0" y="2819910"/>
          <a:ext cx="5175384" cy="821339"/>
        </a:xfrm>
        <a:prstGeom prst="round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/>
              <a:cs typeface="Times New Roman"/>
            </a:rPr>
            <a:t>Implementation Details</a:t>
          </a:r>
        </a:p>
      </dsp:txBody>
      <dsp:txXfrm>
        <a:off x="40094" y="2860004"/>
        <a:ext cx="5095196" cy="741151"/>
      </dsp:txXfrm>
    </dsp:sp>
    <dsp:sp modelId="{8F95C5AF-AFEB-47B8-B425-308F23E5614A}">
      <dsp:nvSpPr>
        <dsp:cNvPr id="0" name=""/>
        <dsp:cNvSpPr/>
      </dsp:nvSpPr>
      <dsp:spPr>
        <a:xfrm>
          <a:off x="0" y="3744930"/>
          <a:ext cx="5175384" cy="821339"/>
        </a:xfrm>
        <a:prstGeom prst="round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/>
              <a:cs typeface="Times New Roman"/>
            </a:rPr>
            <a:t>Testing &amp; Evaluation</a:t>
          </a:r>
        </a:p>
      </dsp:txBody>
      <dsp:txXfrm>
        <a:off x="40094" y="3785024"/>
        <a:ext cx="5095196" cy="741151"/>
      </dsp:txXfrm>
    </dsp:sp>
    <dsp:sp modelId="{1651E0E1-5A2E-4978-8306-FBD9664A4749}">
      <dsp:nvSpPr>
        <dsp:cNvPr id="0" name=""/>
        <dsp:cNvSpPr/>
      </dsp:nvSpPr>
      <dsp:spPr>
        <a:xfrm>
          <a:off x="0" y="4669950"/>
          <a:ext cx="5175384" cy="82133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>
              <a:latin typeface="Times New Roman"/>
              <a:cs typeface="Times New Roman"/>
            </a:rPr>
            <a:t>SDGs &amp; Future Scope</a:t>
          </a:r>
        </a:p>
      </dsp:txBody>
      <dsp:txXfrm>
        <a:off x="40094" y="4710044"/>
        <a:ext cx="5095196" cy="7411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201007-ABB8-4879-B92D-2727EA53884F}">
      <dsp:nvSpPr>
        <dsp:cNvPr id="0" name=""/>
        <dsp:cNvSpPr/>
      </dsp:nvSpPr>
      <dsp:spPr>
        <a:xfrm>
          <a:off x="3465" y="459097"/>
          <a:ext cx="3030680" cy="3030680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6788" tIns="34290" rIns="166788" bIns="34290" numCol="1" spcCol="1270" anchor="ctr" anchorCtr="0">
          <a:noAutofit/>
        </a:bodyPr>
        <a:lstStyle/>
        <a:p>
          <a:pPr marL="0" lvl="0" indent="0" algn="ctr" defTabSz="12001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/>
              <a:cs typeface="Times New Roman"/>
            </a:rPr>
            <a:t>Admin – Election &amp; User management</a:t>
          </a:r>
        </a:p>
      </dsp:txBody>
      <dsp:txXfrm>
        <a:off x="447298" y="902930"/>
        <a:ext cx="2143014" cy="2143014"/>
      </dsp:txXfrm>
    </dsp:sp>
    <dsp:sp modelId="{01257084-599D-4D48-AD5A-52D140374964}">
      <dsp:nvSpPr>
        <dsp:cNvPr id="0" name=""/>
        <dsp:cNvSpPr/>
      </dsp:nvSpPr>
      <dsp:spPr>
        <a:xfrm>
          <a:off x="2428009" y="459097"/>
          <a:ext cx="3030680" cy="3030680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6788" tIns="34290" rIns="166788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/>
              <a:cs typeface="Times New Roman"/>
            </a:rPr>
            <a:t>Auditor – Monitoring only (read-only)</a:t>
          </a:r>
          <a:endParaRPr lang="en-US" sz="2700" kern="1200"/>
        </a:p>
      </dsp:txBody>
      <dsp:txXfrm>
        <a:off x="2871842" y="902930"/>
        <a:ext cx="2143014" cy="2143014"/>
      </dsp:txXfrm>
    </dsp:sp>
    <dsp:sp modelId="{A80EC81D-AF20-4431-BFDB-C7E1E7312A45}">
      <dsp:nvSpPr>
        <dsp:cNvPr id="0" name=""/>
        <dsp:cNvSpPr/>
      </dsp:nvSpPr>
      <dsp:spPr>
        <a:xfrm>
          <a:off x="4852554" y="459097"/>
          <a:ext cx="3030680" cy="3030680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6788" tIns="34290" rIns="166788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/>
              <a:cs typeface="Times New Roman"/>
            </a:rPr>
            <a:t>Voter – Cast vote &amp; view results</a:t>
          </a:r>
        </a:p>
      </dsp:txBody>
      <dsp:txXfrm>
        <a:off x="5296387" y="902930"/>
        <a:ext cx="2143014" cy="21430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41ECF-7D2A-472A-AE6C-2FD5A9FFCD07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34062-94FE-40AA-9E50-9413E5E9AE70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WebAuthn standard used</a:t>
          </a:r>
        </a:p>
      </dsp:txBody>
      <dsp:txXfrm>
        <a:off x="42299" y="2443760"/>
        <a:ext cx="1800000" cy="720000"/>
      </dsp:txXfrm>
    </dsp:sp>
    <dsp:sp modelId="{616CEB65-61EE-4E9C-9B65-D0BF718C805E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52695-EC53-4E10-BD87-E53B44DB939A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Biometric-only login enforced</a:t>
          </a:r>
        </a:p>
      </dsp:txBody>
      <dsp:txXfrm>
        <a:off x="2157300" y="2443760"/>
        <a:ext cx="1800000" cy="720000"/>
      </dsp:txXfrm>
    </dsp:sp>
    <dsp:sp modelId="{235D550B-246C-432E-ADB6-7891653C50FE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4B6D01-0880-4460-B3D8-C13A2D6E01F5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Prevents PIN-only logins</a:t>
          </a:r>
        </a:p>
      </dsp:txBody>
      <dsp:txXfrm>
        <a:off x="4272300" y="2443760"/>
        <a:ext cx="1800000" cy="720000"/>
      </dsp:txXfrm>
    </dsp:sp>
    <dsp:sp modelId="{8B973618-0372-4FED-B9EB-64679F25AA0E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746F1-C0D4-4262-87CD-688EAFEB5107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Public-key cryptography based</a:t>
          </a:r>
        </a:p>
      </dsp:txBody>
      <dsp:txXfrm>
        <a:off x="6387300" y="2443760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4643DC-95E3-49D5-BA5A-136D1951C40F}">
      <dsp:nvSpPr>
        <dsp:cNvPr id="0" name=""/>
        <dsp:cNvSpPr/>
      </dsp:nvSpPr>
      <dsp:spPr>
        <a:xfrm>
          <a:off x="2718431" y="756979"/>
          <a:ext cx="1542871" cy="15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Admin creates elections</a:t>
          </a:r>
        </a:p>
      </dsp:txBody>
      <dsp:txXfrm>
        <a:off x="2718431" y="756979"/>
        <a:ext cx="1542871" cy="1542871"/>
      </dsp:txXfrm>
    </dsp:sp>
    <dsp:sp modelId="{322AC305-5C3D-4612-BBF2-26841CE0582C}">
      <dsp:nvSpPr>
        <dsp:cNvPr id="0" name=""/>
        <dsp:cNvSpPr/>
      </dsp:nvSpPr>
      <dsp:spPr>
        <a:xfrm>
          <a:off x="-360" y="659576"/>
          <a:ext cx="4359066" cy="4359066"/>
        </a:xfrm>
        <a:prstGeom prst="circularArrow">
          <a:avLst>
            <a:gd name="adj1" fmla="val 6902"/>
            <a:gd name="adj2" fmla="val 465342"/>
            <a:gd name="adj3" fmla="val 549458"/>
            <a:gd name="adj4" fmla="val 205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4EE1A0-1E98-4C89-934D-55982B99FF06}">
      <dsp:nvSpPr>
        <dsp:cNvPr id="0" name=""/>
        <dsp:cNvSpPr/>
      </dsp:nvSpPr>
      <dsp:spPr>
        <a:xfrm>
          <a:off x="2718431" y="3378368"/>
          <a:ext cx="1542871" cy="15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Adds candidates</a:t>
          </a:r>
        </a:p>
      </dsp:txBody>
      <dsp:txXfrm>
        <a:off x="2718431" y="3378368"/>
        <a:ext cx="1542871" cy="1542871"/>
      </dsp:txXfrm>
    </dsp:sp>
    <dsp:sp modelId="{CE2714C5-E2B8-4D72-B8B0-1356F9015119}">
      <dsp:nvSpPr>
        <dsp:cNvPr id="0" name=""/>
        <dsp:cNvSpPr/>
      </dsp:nvSpPr>
      <dsp:spPr>
        <a:xfrm>
          <a:off x="-360" y="659576"/>
          <a:ext cx="4359066" cy="4359066"/>
        </a:xfrm>
        <a:prstGeom prst="circularArrow">
          <a:avLst>
            <a:gd name="adj1" fmla="val 6902"/>
            <a:gd name="adj2" fmla="val 465342"/>
            <a:gd name="adj3" fmla="val 5949458"/>
            <a:gd name="adj4" fmla="val 43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AB301-CC0C-49F6-8869-4DA79656FC48}">
      <dsp:nvSpPr>
        <dsp:cNvPr id="0" name=""/>
        <dsp:cNvSpPr/>
      </dsp:nvSpPr>
      <dsp:spPr>
        <a:xfrm>
          <a:off x="97042" y="3378368"/>
          <a:ext cx="1542871" cy="15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Sets start/end time</a:t>
          </a:r>
        </a:p>
      </dsp:txBody>
      <dsp:txXfrm>
        <a:off x="97042" y="3378368"/>
        <a:ext cx="1542871" cy="1542871"/>
      </dsp:txXfrm>
    </dsp:sp>
    <dsp:sp modelId="{5B58F00D-955F-4D36-9F07-9A76C3F1C8E2}">
      <dsp:nvSpPr>
        <dsp:cNvPr id="0" name=""/>
        <dsp:cNvSpPr/>
      </dsp:nvSpPr>
      <dsp:spPr>
        <a:xfrm>
          <a:off x="-360" y="659576"/>
          <a:ext cx="4359066" cy="4359066"/>
        </a:xfrm>
        <a:prstGeom prst="circularArrow">
          <a:avLst>
            <a:gd name="adj1" fmla="val 6902"/>
            <a:gd name="adj2" fmla="val 465342"/>
            <a:gd name="adj3" fmla="val 11349458"/>
            <a:gd name="adj4" fmla="val 97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29BE72-9FC0-401E-B04A-6D145FD31A47}">
      <dsp:nvSpPr>
        <dsp:cNvPr id="0" name=""/>
        <dsp:cNvSpPr/>
      </dsp:nvSpPr>
      <dsp:spPr>
        <a:xfrm>
          <a:off x="97042" y="756979"/>
          <a:ext cx="1542871" cy="154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Filters voters by department</a:t>
          </a:r>
        </a:p>
      </dsp:txBody>
      <dsp:txXfrm>
        <a:off x="97042" y="756979"/>
        <a:ext cx="1542871" cy="1542871"/>
      </dsp:txXfrm>
    </dsp:sp>
    <dsp:sp modelId="{A49937D9-714E-468D-9802-90797E1E1D30}">
      <dsp:nvSpPr>
        <dsp:cNvPr id="0" name=""/>
        <dsp:cNvSpPr/>
      </dsp:nvSpPr>
      <dsp:spPr>
        <a:xfrm>
          <a:off x="-360" y="659576"/>
          <a:ext cx="4359066" cy="4359066"/>
        </a:xfrm>
        <a:prstGeom prst="circularArrow">
          <a:avLst>
            <a:gd name="adj1" fmla="val 6902"/>
            <a:gd name="adj2" fmla="val 465342"/>
            <a:gd name="adj3" fmla="val 16749458"/>
            <a:gd name="adj4" fmla="val 15185200"/>
            <a:gd name="adj5" fmla="val 805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F8D6B7-C78D-44FC-8576-3297437E8CBD}">
      <dsp:nvSpPr>
        <dsp:cNvPr id="0" name=""/>
        <dsp:cNvSpPr/>
      </dsp:nvSpPr>
      <dsp:spPr>
        <a:xfrm>
          <a:off x="0" y="693"/>
          <a:ext cx="435834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A68BB-4B0B-41C0-A84B-FC5202C299CE}">
      <dsp:nvSpPr>
        <dsp:cNvPr id="0" name=""/>
        <dsp:cNvSpPr/>
      </dsp:nvSpPr>
      <dsp:spPr>
        <a:xfrm>
          <a:off x="0" y="693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Login</a:t>
          </a:r>
        </a:p>
      </dsp:txBody>
      <dsp:txXfrm>
        <a:off x="0" y="693"/>
        <a:ext cx="4358346" cy="1135366"/>
      </dsp:txXfrm>
    </dsp:sp>
    <dsp:sp modelId="{E3D2B537-A80D-4C19-B79D-21E1B5796088}">
      <dsp:nvSpPr>
        <dsp:cNvPr id="0" name=""/>
        <dsp:cNvSpPr/>
      </dsp:nvSpPr>
      <dsp:spPr>
        <a:xfrm>
          <a:off x="0" y="1136059"/>
          <a:ext cx="4358346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D44CA9-0C87-4874-BB87-5EFF1F4CE229}">
      <dsp:nvSpPr>
        <dsp:cNvPr id="0" name=""/>
        <dsp:cNvSpPr/>
      </dsp:nvSpPr>
      <dsp:spPr>
        <a:xfrm>
          <a:off x="0" y="11360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Biometric Verification</a:t>
          </a:r>
        </a:p>
      </dsp:txBody>
      <dsp:txXfrm>
        <a:off x="0" y="1136059"/>
        <a:ext cx="4358346" cy="1135366"/>
      </dsp:txXfrm>
    </dsp:sp>
    <dsp:sp modelId="{45F36F1A-D9FF-4E2E-94F6-25802AE8C827}">
      <dsp:nvSpPr>
        <dsp:cNvPr id="0" name=""/>
        <dsp:cNvSpPr/>
      </dsp:nvSpPr>
      <dsp:spPr>
        <a:xfrm>
          <a:off x="0" y="2271426"/>
          <a:ext cx="4358346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3706B-F1B8-4A13-BF17-4C3BFECFCEFD}">
      <dsp:nvSpPr>
        <dsp:cNvPr id="0" name=""/>
        <dsp:cNvSpPr/>
      </dsp:nvSpPr>
      <dsp:spPr>
        <a:xfrm>
          <a:off x="0" y="2271426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View Elections</a:t>
          </a:r>
        </a:p>
      </dsp:txBody>
      <dsp:txXfrm>
        <a:off x="0" y="2271426"/>
        <a:ext cx="4358346" cy="1135366"/>
      </dsp:txXfrm>
    </dsp:sp>
    <dsp:sp modelId="{B619C918-EB01-497E-BB39-BDF737B6580D}">
      <dsp:nvSpPr>
        <dsp:cNvPr id="0" name=""/>
        <dsp:cNvSpPr/>
      </dsp:nvSpPr>
      <dsp:spPr>
        <a:xfrm>
          <a:off x="0" y="3406792"/>
          <a:ext cx="4358346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73259-37D6-4C51-B3F9-12936DFB5D52}">
      <dsp:nvSpPr>
        <dsp:cNvPr id="0" name=""/>
        <dsp:cNvSpPr/>
      </dsp:nvSpPr>
      <dsp:spPr>
        <a:xfrm>
          <a:off x="0" y="3406792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Cast Vote</a:t>
          </a:r>
        </a:p>
      </dsp:txBody>
      <dsp:txXfrm>
        <a:off x="0" y="3406792"/>
        <a:ext cx="4358346" cy="1135366"/>
      </dsp:txXfrm>
    </dsp:sp>
    <dsp:sp modelId="{6A8ADD3B-BBB9-4809-9C74-F200A0675BE5}">
      <dsp:nvSpPr>
        <dsp:cNvPr id="0" name=""/>
        <dsp:cNvSpPr/>
      </dsp:nvSpPr>
      <dsp:spPr>
        <a:xfrm>
          <a:off x="0" y="4542159"/>
          <a:ext cx="4358346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91A8F-8A9D-41E6-A3A3-FFA19DCE88E2}">
      <dsp:nvSpPr>
        <dsp:cNvPr id="0" name=""/>
        <dsp:cNvSpPr/>
      </dsp:nvSpPr>
      <dsp:spPr>
        <a:xfrm>
          <a:off x="0" y="4542159"/>
          <a:ext cx="4358346" cy="1135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Confirmation</a:t>
          </a:r>
        </a:p>
      </dsp:txBody>
      <dsp:txXfrm>
        <a:off x="0" y="4542159"/>
        <a:ext cx="4358346" cy="11353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4B5250-D5FD-4726-A6E9-1A8EF34DF768}">
      <dsp:nvSpPr>
        <dsp:cNvPr id="0" name=""/>
        <dsp:cNvSpPr/>
      </dsp:nvSpPr>
      <dsp:spPr>
        <a:xfrm>
          <a:off x="1334482" y="474"/>
          <a:ext cx="896619" cy="89661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</a:rPr>
            <a:t>Login</a:t>
          </a:r>
        </a:p>
      </dsp:txBody>
      <dsp:txXfrm>
        <a:off x="1465789" y="131781"/>
        <a:ext cx="634005" cy="634005"/>
      </dsp:txXfrm>
    </dsp:sp>
    <dsp:sp modelId="{565BB87B-25EE-42A6-8A8C-0D03370D50B8}">
      <dsp:nvSpPr>
        <dsp:cNvPr id="0" name=""/>
        <dsp:cNvSpPr/>
      </dsp:nvSpPr>
      <dsp:spPr>
        <a:xfrm rot="2160000">
          <a:off x="2202608" y="688844"/>
          <a:ext cx="237702" cy="302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2209418" y="728408"/>
        <a:ext cx="166391" cy="181565"/>
      </dsp:txXfrm>
    </dsp:sp>
    <dsp:sp modelId="{C3031F40-C0DB-4A0D-9046-067AC04F54E9}">
      <dsp:nvSpPr>
        <dsp:cNvPr id="0" name=""/>
        <dsp:cNvSpPr/>
      </dsp:nvSpPr>
      <dsp:spPr>
        <a:xfrm>
          <a:off x="2422703" y="791113"/>
          <a:ext cx="896619" cy="89661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</a:rPr>
            <a:t>Biometric Verification</a:t>
          </a:r>
        </a:p>
      </dsp:txBody>
      <dsp:txXfrm>
        <a:off x="2554010" y="922420"/>
        <a:ext cx="634005" cy="634005"/>
      </dsp:txXfrm>
    </dsp:sp>
    <dsp:sp modelId="{B7FB71C5-45FA-47F8-A84B-A3205E995368}">
      <dsp:nvSpPr>
        <dsp:cNvPr id="0" name=""/>
        <dsp:cNvSpPr/>
      </dsp:nvSpPr>
      <dsp:spPr>
        <a:xfrm rot="6480000">
          <a:off x="2546409" y="1721360"/>
          <a:ext cx="237702" cy="302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2593083" y="1747972"/>
        <a:ext cx="166391" cy="181565"/>
      </dsp:txXfrm>
    </dsp:sp>
    <dsp:sp modelId="{3E017E96-AA53-4172-9FC0-C896DDBFB37D}">
      <dsp:nvSpPr>
        <dsp:cNvPr id="0" name=""/>
        <dsp:cNvSpPr/>
      </dsp:nvSpPr>
      <dsp:spPr>
        <a:xfrm>
          <a:off x="2007040" y="2070393"/>
          <a:ext cx="896619" cy="89661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</a:rPr>
            <a:t>View Elections</a:t>
          </a:r>
        </a:p>
      </dsp:txBody>
      <dsp:txXfrm>
        <a:off x="2138347" y="2201700"/>
        <a:ext cx="634005" cy="634005"/>
      </dsp:txXfrm>
    </dsp:sp>
    <dsp:sp modelId="{0FFE5F53-4C53-4E45-8DB4-248C9F46616E}">
      <dsp:nvSpPr>
        <dsp:cNvPr id="0" name=""/>
        <dsp:cNvSpPr/>
      </dsp:nvSpPr>
      <dsp:spPr>
        <a:xfrm rot="10800000">
          <a:off x="1670668" y="2367398"/>
          <a:ext cx="237702" cy="302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1741979" y="2427920"/>
        <a:ext cx="166391" cy="181565"/>
      </dsp:txXfrm>
    </dsp:sp>
    <dsp:sp modelId="{15185233-4EA3-49C4-B3EE-C43CFE055224}">
      <dsp:nvSpPr>
        <dsp:cNvPr id="0" name=""/>
        <dsp:cNvSpPr/>
      </dsp:nvSpPr>
      <dsp:spPr>
        <a:xfrm>
          <a:off x="661925" y="2070393"/>
          <a:ext cx="896619" cy="89661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</a:rPr>
            <a:t>Cast Vote</a:t>
          </a:r>
        </a:p>
      </dsp:txBody>
      <dsp:txXfrm>
        <a:off x="793232" y="2201700"/>
        <a:ext cx="634005" cy="634005"/>
      </dsp:txXfrm>
    </dsp:sp>
    <dsp:sp modelId="{FD3E1BC0-94C4-4A0E-A627-E9435419C059}">
      <dsp:nvSpPr>
        <dsp:cNvPr id="0" name=""/>
        <dsp:cNvSpPr/>
      </dsp:nvSpPr>
      <dsp:spPr>
        <a:xfrm rot="15120000">
          <a:off x="785631" y="1734156"/>
          <a:ext cx="237702" cy="302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 rot="10800000">
        <a:off x="832305" y="1828588"/>
        <a:ext cx="166391" cy="181565"/>
      </dsp:txXfrm>
    </dsp:sp>
    <dsp:sp modelId="{61220EEE-E2C9-41F1-A991-5A928A4827E5}">
      <dsp:nvSpPr>
        <dsp:cNvPr id="0" name=""/>
        <dsp:cNvSpPr/>
      </dsp:nvSpPr>
      <dsp:spPr>
        <a:xfrm>
          <a:off x="246262" y="791113"/>
          <a:ext cx="896619" cy="89661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Calibri"/>
            </a:rPr>
            <a:t> Confirmation</a:t>
          </a:r>
          <a:endParaRPr lang="en-US" sz="800" kern="1200"/>
        </a:p>
      </dsp:txBody>
      <dsp:txXfrm>
        <a:off x="377569" y="922420"/>
        <a:ext cx="634005" cy="634005"/>
      </dsp:txXfrm>
    </dsp:sp>
    <dsp:sp modelId="{C5FC3676-51DE-41BD-A659-6C97B6B57071}">
      <dsp:nvSpPr>
        <dsp:cNvPr id="0" name=""/>
        <dsp:cNvSpPr/>
      </dsp:nvSpPr>
      <dsp:spPr>
        <a:xfrm rot="19440000">
          <a:off x="1114388" y="696753"/>
          <a:ext cx="237702" cy="3026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121198" y="778233"/>
        <a:ext cx="166391" cy="18156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8CFD3-A8C1-43D8-A8D9-D49C920838C5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Real-time election observation</a:t>
          </a:r>
        </a:p>
      </dsp:txBody>
      <dsp:txXfrm>
        <a:off x="64083" y="64113"/>
        <a:ext cx="5047218" cy="1184574"/>
      </dsp:txXfrm>
    </dsp:sp>
    <dsp:sp modelId="{2F99A50D-839E-423A-B5B0-D100F57B749B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Cannot modify data</a:t>
          </a:r>
        </a:p>
      </dsp:txBody>
      <dsp:txXfrm>
        <a:off x="64083" y="1471893"/>
        <a:ext cx="5047218" cy="1184574"/>
      </dsp:txXfrm>
    </dsp:sp>
    <dsp:sp modelId="{A809C96B-CBF9-4C95-A368-CC8320275193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Advanced filtering</a:t>
          </a:r>
        </a:p>
      </dsp:txBody>
      <dsp:txXfrm>
        <a:off x="64083" y="2879673"/>
        <a:ext cx="5047218" cy="1184574"/>
      </dsp:txXfrm>
    </dsp:sp>
    <dsp:sp modelId="{C8214F28-FF08-42DF-BB8D-FFF839503F4D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Verify results &amp; logs</a:t>
          </a:r>
        </a:p>
      </dsp:txBody>
      <dsp:txXfrm>
        <a:off x="64083" y="4287453"/>
        <a:ext cx="5047218" cy="118457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9C5C4F-9F55-4328-859B-3557C3BE68B3}">
      <dsp:nvSpPr>
        <dsp:cNvPr id="0" name=""/>
        <dsp:cNvSpPr/>
      </dsp:nvSpPr>
      <dsp:spPr>
        <a:xfrm>
          <a:off x="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EEC89-3F04-4AD9-862C-49B72B0A5381}">
      <dsp:nvSpPr>
        <dsp:cNvPr id="0" name=""/>
        <dsp:cNvSpPr/>
      </dsp:nvSpPr>
      <dsp:spPr>
        <a:xfrm>
          <a:off x="25717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SDG 5: Gender Equality</a:t>
          </a:r>
        </a:p>
      </dsp:txBody>
      <dsp:txXfrm>
        <a:off x="300222" y="1693310"/>
        <a:ext cx="2228479" cy="1383659"/>
      </dsp:txXfrm>
    </dsp:sp>
    <dsp:sp modelId="{11BFB486-AA2E-42D6-A75A-CA488AB330C5}">
      <dsp:nvSpPr>
        <dsp:cNvPr id="0" name=""/>
        <dsp:cNvSpPr/>
      </dsp:nvSpPr>
      <dsp:spPr>
        <a:xfrm>
          <a:off x="2828924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9256A-05A5-4147-AE99-F35E5E7F7C43}">
      <dsp:nvSpPr>
        <dsp:cNvPr id="0" name=""/>
        <dsp:cNvSpPr/>
      </dsp:nvSpPr>
      <dsp:spPr>
        <a:xfrm>
          <a:off x="3086099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SDG 9: </a:t>
          </a:r>
          <a:r>
            <a:rPr lang="en-US" sz="2400" kern="1200" dirty="0">
              <a:latin typeface="Calibri"/>
            </a:rPr>
            <a:t>Industry, Innovation &amp; Infrastructure</a:t>
          </a:r>
          <a:r>
            <a:rPr lang="en-US" sz="2400" kern="1200" dirty="0"/>
            <a:t> </a:t>
          </a:r>
        </a:p>
      </dsp:txBody>
      <dsp:txXfrm>
        <a:off x="3129147" y="1693310"/>
        <a:ext cx="2228479" cy="1383659"/>
      </dsp:txXfrm>
    </dsp:sp>
    <dsp:sp modelId="{3E4A73E8-3D7C-4272-8F94-219777F71978}">
      <dsp:nvSpPr>
        <dsp:cNvPr id="0" name=""/>
        <dsp:cNvSpPr/>
      </dsp:nvSpPr>
      <dsp:spPr>
        <a:xfrm>
          <a:off x="5657850" y="1405945"/>
          <a:ext cx="2314575" cy="146975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DA12A-45D6-4DFF-AFFC-365673A29A61}">
      <dsp:nvSpPr>
        <dsp:cNvPr id="0" name=""/>
        <dsp:cNvSpPr/>
      </dsp:nvSpPr>
      <dsp:spPr>
        <a:xfrm>
          <a:off x="5915024" y="1650262"/>
          <a:ext cx="2314575" cy="1469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SDG 16: </a:t>
          </a:r>
          <a:r>
            <a:rPr lang="en-US" sz="2400" kern="1200" dirty="0">
              <a:latin typeface="Calibri"/>
            </a:rPr>
            <a:t>Peace, Justice &amp; Strong Institutions</a:t>
          </a:r>
          <a:endParaRPr lang="en-US" sz="2400" kern="1200" dirty="0"/>
        </a:p>
      </dsp:txBody>
      <dsp:txXfrm>
        <a:off x="5958072" y="1693310"/>
        <a:ext cx="2228479" cy="13836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05FD49-7E88-4D20-A501-5DFAFDE723B2}">
      <dsp:nvSpPr>
        <dsp:cNvPr id="0" name=""/>
        <dsp:cNvSpPr/>
      </dsp:nvSpPr>
      <dsp:spPr>
        <a:xfrm>
          <a:off x="341781" y="929242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CCE62-8E7D-4692-9F1B-8BB33C68ECAC}">
      <dsp:nvSpPr>
        <dsp:cNvPr id="0" name=""/>
        <dsp:cNvSpPr/>
      </dsp:nvSpPr>
      <dsp:spPr>
        <a:xfrm>
          <a:off x="56824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6C308-60A0-4B02-A3F6-98ECB7D226E3}">
      <dsp:nvSpPr>
        <dsp:cNvPr id="0" name=""/>
        <dsp:cNvSpPr/>
      </dsp:nvSpPr>
      <dsp:spPr>
        <a:xfrm>
          <a:off x="2092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75% admin time reduced</a:t>
          </a:r>
        </a:p>
      </dsp:txBody>
      <dsp:txXfrm>
        <a:off x="2092" y="2322836"/>
        <a:ext cx="1741992" cy="696796"/>
      </dsp:txXfrm>
    </dsp:sp>
    <dsp:sp modelId="{0775BA07-2787-4DF1-98C7-29706D1E9A98}">
      <dsp:nvSpPr>
        <dsp:cNvPr id="0" name=""/>
        <dsp:cNvSpPr/>
      </dsp:nvSpPr>
      <dsp:spPr>
        <a:xfrm>
          <a:off x="2388621" y="929242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715EFB-A44F-478E-92B3-D1A4ECA00FE5}">
      <dsp:nvSpPr>
        <dsp:cNvPr id="0" name=""/>
        <dsp:cNvSpPr/>
      </dsp:nvSpPr>
      <dsp:spPr>
        <a:xfrm>
          <a:off x="261508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83EAF-F079-4EF5-9A1B-12112AABF34B}">
      <dsp:nvSpPr>
        <dsp:cNvPr id="0" name=""/>
        <dsp:cNvSpPr/>
      </dsp:nvSpPr>
      <dsp:spPr>
        <a:xfrm>
          <a:off x="2048933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Better participation</a:t>
          </a:r>
        </a:p>
      </dsp:txBody>
      <dsp:txXfrm>
        <a:off x="2048933" y="2322836"/>
        <a:ext cx="1741992" cy="696796"/>
      </dsp:txXfrm>
    </dsp:sp>
    <dsp:sp modelId="{7A4B84CD-13DC-4CD2-B98A-53DC60696EBF}">
      <dsp:nvSpPr>
        <dsp:cNvPr id="0" name=""/>
        <dsp:cNvSpPr/>
      </dsp:nvSpPr>
      <dsp:spPr>
        <a:xfrm>
          <a:off x="4435462" y="929242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910F57-9042-4152-B17F-6ED5BA1B74C3}">
      <dsp:nvSpPr>
        <dsp:cNvPr id="0" name=""/>
        <dsp:cNvSpPr/>
      </dsp:nvSpPr>
      <dsp:spPr>
        <a:xfrm>
          <a:off x="4661921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098583-8821-47F7-B755-BE60173FC6C3}">
      <dsp:nvSpPr>
        <dsp:cNvPr id="0" name=""/>
        <dsp:cNvSpPr/>
      </dsp:nvSpPr>
      <dsp:spPr>
        <a:xfrm>
          <a:off x="4095774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Trusted digital process</a:t>
          </a:r>
        </a:p>
      </dsp:txBody>
      <dsp:txXfrm>
        <a:off x="4095774" y="2322836"/>
        <a:ext cx="1741992" cy="696796"/>
      </dsp:txXfrm>
    </dsp:sp>
    <dsp:sp modelId="{481E25DA-4F9B-4EFD-9DC2-9DD3CDDF143B}">
      <dsp:nvSpPr>
        <dsp:cNvPr id="0" name=""/>
        <dsp:cNvSpPr/>
      </dsp:nvSpPr>
      <dsp:spPr>
        <a:xfrm>
          <a:off x="6482303" y="929242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E60208-3FBA-4767-B27F-FBF2E29E4756}">
      <dsp:nvSpPr>
        <dsp:cNvPr id="0" name=""/>
        <dsp:cNvSpPr/>
      </dsp:nvSpPr>
      <dsp:spPr>
        <a:xfrm>
          <a:off x="6708762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75E86-A8C0-4AEA-A4E7-1D03ACF81CDC}">
      <dsp:nvSpPr>
        <dsp:cNvPr id="0" name=""/>
        <dsp:cNvSpPr/>
      </dsp:nvSpPr>
      <dsp:spPr>
        <a:xfrm>
          <a:off x="6142615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Environmentally friendly</a:t>
          </a:r>
        </a:p>
      </dsp:txBody>
      <dsp:txXfrm>
        <a:off x="6142615" y="2322836"/>
        <a:ext cx="1741992" cy="69679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B1811E-8905-45E9-B9D4-BA34E482D199}">
      <dsp:nvSpPr>
        <dsp:cNvPr id="0" name=""/>
        <dsp:cNvSpPr/>
      </dsp:nvSpPr>
      <dsp:spPr>
        <a:xfrm>
          <a:off x="341781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537F4-5805-4537-B346-914226A28CA2}">
      <dsp:nvSpPr>
        <dsp:cNvPr id="0" name=""/>
        <dsp:cNvSpPr/>
      </dsp:nvSpPr>
      <dsp:spPr>
        <a:xfrm>
          <a:off x="56824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20BB9-608C-4F4D-A76F-5EA9E688E70D}">
      <dsp:nvSpPr>
        <dsp:cNvPr id="0" name=""/>
        <dsp:cNvSpPr/>
      </dsp:nvSpPr>
      <dsp:spPr>
        <a:xfrm>
          <a:off x="2092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>
              <a:latin typeface="Calibri"/>
              <a:ea typeface="Calibri"/>
              <a:cs typeface="Calibri"/>
            </a:rPr>
            <a:t>Mobile App</a:t>
          </a:r>
        </a:p>
      </dsp:txBody>
      <dsp:txXfrm>
        <a:off x="2092" y="2322836"/>
        <a:ext cx="1741992" cy="696796"/>
      </dsp:txXfrm>
    </dsp:sp>
    <dsp:sp modelId="{6F8B0453-6988-4358-A89C-04713788079F}">
      <dsp:nvSpPr>
        <dsp:cNvPr id="0" name=""/>
        <dsp:cNvSpPr/>
      </dsp:nvSpPr>
      <dsp:spPr>
        <a:xfrm>
          <a:off x="2388621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8D4910-A97B-4829-9D30-D27509BB2B86}">
      <dsp:nvSpPr>
        <dsp:cNvPr id="0" name=""/>
        <dsp:cNvSpPr/>
      </dsp:nvSpPr>
      <dsp:spPr>
        <a:xfrm>
          <a:off x="2615080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58604-6950-45A1-A2A6-57FF70901F4E}">
      <dsp:nvSpPr>
        <dsp:cNvPr id="0" name=""/>
        <dsp:cNvSpPr/>
      </dsp:nvSpPr>
      <dsp:spPr>
        <a:xfrm>
          <a:off x="2048933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>
              <a:latin typeface="Calibri"/>
              <a:ea typeface="Calibri"/>
              <a:cs typeface="Calibri"/>
            </a:rPr>
            <a:t>Blockchain integration</a:t>
          </a:r>
        </a:p>
      </dsp:txBody>
      <dsp:txXfrm>
        <a:off x="2048933" y="2322836"/>
        <a:ext cx="1741992" cy="696796"/>
      </dsp:txXfrm>
    </dsp:sp>
    <dsp:sp modelId="{1F8CD749-4A70-43FF-9039-467143357D15}">
      <dsp:nvSpPr>
        <dsp:cNvPr id="0" name=""/>
        <dsp:cNvSpPr/>
      </dsp:nvSpPr>
      <dsp:spPr>
        <a:xfrm>
          <a:off x="4435462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AFE2A-E60B-4CE7-ABF9-BBCA7E4D7285}">
      <dsp:nvSpPr>
        <dsp:cNvPr id="0" name=""/>
        <dsp:cNvSpPr/>
      </dsp:nvSpPr>
      <dsp:spPr>
        <a:xfrm>
          <a:off x="4661921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ACA32-118E-4DDE-8E44-DA557E3DC2B4}">
      <dsp:nvSpPr>
        <dsp:cNvPr id="0" name=""/>
        <dsp:cNvSpPr/>
      </dsp:nvSpPr>
      <dsp:spPr>
        <a:xfrm>
          <a:off x="4095774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>
              <a:latin typeface="Calibri"/>
              <a:ea typeface="Calibri"/>
              <a:cs typeface="Calibri"/>
            </a:rPr>
            <a:t>Predictive Analytics</a:t>
          </a:r>
        </a:p>
      </dsp:txBody>
      <dsp:txXfrm>
        <a:off x="4095774" y="2322836"/>
        <a:ext cx="1741992" cy="696796"/>
      </dsp:txXfrm>
    </dsp:sp>
    <dsp:sp modelId="{9D6ACA0A-963C-4DE7-9ADF-4FDA120D83E1}">
      <dsp:nvSpPr>
        <dsp:cNvPr id="0" name=""/>
        <dsp:cNvSpPr/>
      </dsp:nvSpPr>
      <dsp:spPr>
        <a:xfrm>
          <a:off x="6482303" y="929242"/>
          <a:ext cx="1062615" cy="1062615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FC63CA-3363-462D-8025-E841ED6D003F}">
      <dsp:nvSpPr>
        <dsp:cNvPr id="0" name=""/>
        <dsp:cNvSpPr/>
      </dsp:nvSpPr>
      <dsp:spPr>
        <a:xfrm>
          <a:off x="6708762" y="1155701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4CE0B5-7907-4273-82E5-9F3883078526}">
      <dsp:nvSpPr>
        <dsp:cNvPr id="0" name=""/>
        <dsp:cNvSpPr/>
      </dsp:nvSpPr>
      <dsp:spPr>
        <a:xfrm>
          <a:off x="6142615" y="232283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>
              <a:latin typeface="Calibri"/>
              <a:ea typeface="Calibri"/>
              <a:cs typeface="Calibri"/>
            </a:rPr>
            <a:t>AI-generated reports</a:t>
          </a:r>
        </a:p>
      </dsp:txBody>
      <dsp:txXfrm>
        <a:off x="6142615" y="2322836"/>
        <a:ext cx="1741992" cy="69679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4DF092-737C-4374-A2DC-22719FC33152}">
      <dsp:nvSpPr>
        <dsp:cNvPr id="0" name=""/>
        <dsp:cNvSpPr/>
      </dsp:nvSpPr>
      <dsp:spPr>
        <a:xfrm>
          <a:off x="537299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FAA97-9808-4016-8A52-5C2F5401F917}">
      <dsp:nvSpPr>
        <dsp:cNvPr id="0" name=""/>
        <dsp:cNvSpPr/>
      </dsp:nvSpPr>
      <dsp:spPr>
        <a:xfrm>
          <a:off x="42299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Balancing security vs usability</a:t>
          </a:r>
        </a:p>
      </dsp:txBody>
      <dsp:txXfrm>
        <a:off x="42299" y="2443760"/>
        <a:ext cx="1800000" cy="720000"/>
      </dsp:txXfrm>
    </dsp:sp>
    <dsp:sp modelId="{7E647C1E-E781-4DA7-90FA-BB3F552915F6}">
      <dsp:nvSpPr>
        <dsp:cNvPr id="0" name=""/>
        <dsp:cNvSpPr/>
      </dsp:nvSpPr>
      <dsp:spPr>
        <a:xfrm>
          <a:off x="265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DCA3E-018D-4EED-81C4-F1FDC09CBC1C}">
      <dsp:nvSpPr>
        <dsp:cNvPr id="0" name=""/>
        <dsp:cNvSpPr/>
      </dsp:nvSpPr>
      <dsp:spPr>
        <a:xfrm>
          <a:off x="215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User-centered iterative design</a:t>
          </a:r>
        </a:p>
      </dsp:txBody>
      <dsp:txXfrm>
        <a:off x="2157300" y="2443760"/>
        <a:ext cx="1800000" cy="720000"/>
      </dsp:txXfrm>
    </dsp:sp>
    <dsp:sp modelId="{4F1A2992-B2B3-426B-8BF5-A20561BA31C5}">
      <dsp:nvSpPr>
        <dsp:cNvPr id="0" name=""/>
        <dsp:cNvSpPr/>
      </dsp:nvSpPr>
      <dsp:spPr>
        <a:xfrm>
          <a:off x="4767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9B2D99-8C2D-4B35-8340-153B6B179A49}">
      <dsp:nvSpPr>
        <dsp:cNvPr id="0" name=""/>
        <dsp:cNvSpPr/>
      </dsp:nvSpPr>
      <dsp:spPr>
        <a:xfrm>
          <a:off x="4272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Importance of documentation</a:t>
          </a:r>
        </a:p>
      </dsp:txBody>
      <dsp:txXfrm>
        <a:off x="4272300" y="2443760"/>
        <a:ext cx="1800000" cy="720000"/>
      </dsp:txXfrm>
    </dsp:sp>
    <dsp:sp modelId="{617FC708-D186-44CE-BEAE-16EB6FA31C3D}">
      <dsp:nvSpPr>
        <dsp:cNvPr id="0" name=""/>
        <dsp:cNvSpPr/>
      </dsp:nvSpPr>
      <dsp:spPr>
        <a:xfrm>
          <a:off x="6882300" y="136220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C8437-17E8-4C46-BFD9-C87ED0460BEB}">
      <dsp:nvSpPr>
        <dsp:cNvPr id="0" name=""/>
        <dsp:cNvSpPr/>
      </dsp:nvSpPr>
      <dsp:spPr>
        <a:xfrm>
          <a:off x="6387300" y="244376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Incremental rollouts helped refine</a:t>
          </a:r>
        </a:p>
      </dsp:txBody>
      <dsp:txXfrm>
        <a:off x="6387300" y="2443760"/>
        <a:ext cx="1800000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4F5F7A-0E72-4AA7-96F5-CD6BF763D7C1}">
      <dsp:nvSpPr>
        <dsp:cNvPr id="0" name=""/>
        <dsp:cNvSpPr/>
      </dsp:nvSpPr>
      <dsp:spPr>
        <a:xfrm>
          <a:off x="890763" y="973678"/>
          <a:ext cx="981188" cy="9811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976C2-DAC1-4099-94A5-BB63CD6C2C20}">
      <dsp:nvSpPr>
        <dsp:cNvPr id="0" name=""/>
        <dsp:cNvSpPr/>
      </dsp:nvSpPr>
      <dsp:spPr>
        <a:xfrm>
          <a:off x="291148" y="2255197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Visit: https://e-vote-x.vercel.app</a:t>
          </a:r>
        </a:p>
      </dsp:txBody>
      <dsp:txXfrm>
        <a:off x="291148" y="2255197"/>
        <a:ext cx="2180418" cy="720000"/>
      </dsp:txXfrm>
    </dsp:sp>
    <dsp:sp modelId="{51399EF7-8C4A-41E0-92F2-07C72AF922BA}">
      <dsp:nvSpPr>
        <dsp:cNvPr id="0" name=""/>
        <dsp:cNvSpPr/>
      </dsp:nvSpPr>
      <dsp:spPr>
        <a:xfrm>
          <a:off x="3452755" y="973678"/>
          <a:ext cx="981188" cy="9811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71B1D-00EB-400A-AF9A-2DAF4CD6A8BC}">
      <dsp:nvSpPr>
        <dsp:cNvPr id="0" name=""/>
        <dsp:cNvSpPr/>
      </dsp:nvSpPr>
      <dsp:spPr>
        <a:xfrm>
          <a:off x="2853140" y="2255197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Email: support@</a:t>
          </a:r>
          <a:r>
            <a:rPr lang="en-US" sz="1500" kern="1200">
              <a:latin typeface="Calibri"/>
            </a:rPr>
            <a:t>mcs.nust</a:t>
          </a:r>
          <a:r>
            <a:rPr lang="en-US" sz="1500" kern="1200"/>
            <a:t>.edu.pk</a:t>
          </a:r>
        </a:p>
      </dsp:txBody>
      <dsp:txXfrm>
        <a:off x="2853140" y="2255197"/>
        <a:ext cx="2180418" cy="720000"/>
      </dsp:txXfrm>
    </dsp:sp>
    <dsp:sp modelId="{721A2B33-DD08-4772-B838-06E5776560BC}">
      <dsp:nvSpPr>
        <dsp:cNvPr id="0" name=""/>
        <dsp:cNvSpPr/>
      </dsp:nvSpPr>
      <dsp:spPr>
        <a:xfrm>
          <a:off x="6014747" y="973678"/>
          <a:ext cx="981188" cy="9811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1F7450-A8E5-4612-AB4F-EB1BFE7B6F07}">
      <dsp:nvSpPr>
        <dsp:cNvPr id="0" name=""/>
        <dsp:cNvSpPr/>
      </dsp:nvSpPr>
      <dsp:spPr>
        <a:xfrm>
          <a:off x="5415132" y="2255197"/>
          <a:ext cx="218041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Questions?</a:t>
          </a:r>
        </a:p>
      </dsp:txBody>
      <dsp:txXfrm>
        <a:off x="5415132" y="2255197"/>
        <a:ext cx="2180418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randomBar dir="vert"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randomBar dir="vert"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randomBar dir="vert"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randomBar dir="vert"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randomBar dir="vert"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randomBar dir="vert"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randomBar dir="vert"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randomBar dir="vert"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randomBar dir="vert"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randomBar dir="vert"/>
  </p:transition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randomBar dir="vert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Bar dir="vert"/>
  </p:transition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5349" y="1295231"/>
            <a:ext cx="4421383" cy="3807446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300">
                <a:latin typeface="Times New Roman"/>
                <a:cs typeface="Times New Roman"/>
              </a:rPr>
              <a:t>E-Vote – Biometrics Based Secure Online Voting System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0311" y="0"/>
            <a:ext cx="3663689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09216" y="1122363"/>
            <a:ext cx="2777380" cy="3980314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Muhammad Zaid Dildar</a:t>
            </a:r>
          </a:p>
          <a:p>
            <a:pPr algn="l">
              <a:lnSpc>
                <a:spcPct val="9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Saad Mehmood</a:t>
            </a:r>
            <a:endParaRPr lang="en-US" sz="24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 algn="l">
              <a:lnSpc>
                <a:spcPct val="9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Muhammad Ahmad</a:t>
            </a:r>
            <a:endParaRPr lang="en-US" sz="24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pPr algn="l">
              <a:lnSpc>
                <a:spcPct val="90000"/>
              </a:lnSpc>
            </a:pPr>
            <a:endParaRPr lang="en-US" sz="240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l">
              <a:lnSpc>
                <a:spcPct val="9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cs typeface="Times New Roman"/>
              </a:rPr>
              <a:t>Supervised by: Lecturer Fawad Khan</a:t>
            </a:r>
            <a:endParaRPr lang="en-US" sz="24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7635" y="5439978"/>
            <a:ext cx="4423410" cy="18288"/>
          </a:xfrm>
          <a:custGeom>
            <a:avLst/>
            <a:gdLst>
              <a:gd name="connsiteX0" fmla="*/ 0 w 4423410"/>
              <a:gd name="connsiteY0" fmla="*/ 0 h 18288"/>
              <a:gd name="connsiteX1" fmla="*/ 587682 w 4423410"/>
              <a:gd name="connsiteY1" fmla="*/ 0 h 18288"/>
              <a:gd name="connsiteX2" fmla="*/ 1086895 w 4423410"/>
              <a:gd name="connsiteY2" fmla="*/ 0 h 18288"/>
              <a:gd name="connsiteX3" fmla="*/ 1630343 w 4423410"/>
              <a:gd name="connsiteY3" fmla="*/ 0 h 18288"/>
              <a:gd name="connsiteX4" fmla="*/ 2306492 w 4423410"/>
              <a:gd name="connsiteY4" fmla="*/ 0 h 18288"/>
              <a:gd name="connsiteX5" fmla="*/ 2894174 w 4423410"/>
              <a:gd name="connsiteY5" fmla="*/ 0 h 18288"/>
              <a:gd name="connsiteX6" fmla="*/ 3437621 w 4423410"/>
              <a:gd name="connsiteY6" fmla="*/ 0 h 18288"/>
              <a:gd name="connsiteX7" fmla="*/ 4423410 w 4423410"/>
              <a:gd name="connsiteY7" fmla="*/ 0 h 18288"/>
              <a:gd name="connsiteX8" fmla="*/ 4423410 w 4423410"/>
              <a:gd name="connsiteY8" fmla="*/ 18288 h 18288"/>
              <a:gd name="connsiteX9" fmla="*/ 3791494 w 4423410"/>
              <a:gd name="connsiteY9" fmla="*/ 18288 h 18288"/>
              <a:gd name="connsiteX10" fmla="*/ 3248047 w 4423410"/>
              <a:gd name="connsiteY10" fmla="*/ 18288 h 18288"/>
              <a:gd name="connsiteX11" fmla="*/ 2527663 w 4423410"/>
              <a:gd name="connsiteY11" fmla="*/ 18288 h 18288"/>
              <a:gd name="connsiteX12" fmla="*/ 1939981 w 4423410"/>
              <a:gd name="connsiteY12" fmla="*/ 18288 h 18288"/>
              <a:gd name="connsiteX13" fmla="*/ 1440768 w 4423410"/>
              <a:gd name="connsiteY13" fmla="*/ 18288 h 18288"/>
              <a:gd name="connsiteX14" fmla="*/ 764618 w 4423410"/>
              <a:gd name="connsiteY14" fmla="*/ 18288 h 18288"/>
              <a:gd name="connsiteX15" fmla="*/ 0 w 4423410"/>
              <a:gd name="connsiteY15" fmla="*/ 18288 h 18288"/>
              <a:gd name="connsiteX16" fmla="*/ 0 w 442341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23410" h="18288" fill="none" extrusionOk="0">
                <a:moveTo>
                  <a:pt x="0" y="0"/>
                </a:moveTo>
                <a:cubicBezTo>
                  <a:pt x="206860" y="27329"/>
                  <a:pt x="325136" y="13221"/>
                  <a:pt x="587682" y="0"/>
                </a:cubicBezTo>
                <a:cubicBezTo>
                  <a:pt x="850228" y="-13221"/>
                  <a:pt x="962246" y="-2888"/>
                  <a:pt x="1086895" y="0"/>
                </a:cubicBezTo>
                <a:cubicBezTo>
                  <a:pt x="1211544" y="2888"/>
                  <a:pt x="1406859" y="-13966"/>
                  <a:pt x="1630343" y="0"/>
                </a:cubicBezTo>
                <a:cubicBezTo>
                  <a:pt x="1853827" y="13966"/>
                  <a:pt x="2051467" y="27053"/>
                  <a:pt x="2306492" y="0"/>
                </a:cubicBezTo>
                <a:cubicBezTo>
                  <a:pt x="2561517" y="-27053"/>
                  <a:pt x="2684134" y="18321"/>
                  <a:pt x="2894174" y="0"/>
                </a:cubicBezTo>
                <a:cubicBezTo>
                  <a:pt x="3104214" y="-18321"/>
                  <a:pt x="3319501" y="21782"/>
                  <a:pt x="3437621" y="0"/>
                </a:cubicBezTo>
                <a:cubicBezTo>
                  <a:pt x="3555741" y="-21782"/>
                  <a:pt x="3955621" y="40349"/>
                  <a:pt x="4423410" y="0"/>
                </a:cubicBezTo>
                <a:cubicBezTo>
                  <a:pt x="4423808" y="7429"/>
                  <a:pt x="4423390" y="10822"/>
                  <a:pt x="4423410" y="18288"/>
                </a:cubicBezTo>
                <a:cubicBezTo>
                  <a:pt x="4158738" y="10368"/>
                  <a:pt x="3977885" y="11085"/>
                  <a:pt x="3791494" y="18288"/>
                </a:cubicBezTo>
                <a:cubicBezTo>
                  <a:pt x="3605103" y="25491"/>
                  <a:pt x="3482000" y="25303"/>
                  <a:pt x="3248047" y="18288"/>
                </a:cubicBezTo>
                <a:cubicBezTo>
                  <a:pt x="3014094" y="11273"/>
                  <a:pt x="2745120" y="31445"/>
                  <a:pt x="2527663" y="18288"/>
                </a:cubicBezTo>
                <a:cubicBezTo>
                  <a:pt x="2310206" y="5131"/>
                  <a:pt x="2116106" y="38833"/>
                  <a:pt x="1939981" y="18288"/>
                </a:cubicBezTo>
                <a:cubicBezTo>
                  <a:pt x="1763856" y="-2257"/>
                  <a:pt x="1676275" y="10875"/>
                  <a:pt x="1440768" y="18288"/>
                </a:cubicBezTo>
                <a:cubicBezTo>
                  <a:pt x="1205261" y="25701"/>
                  <a:pt x="1101073" y="-9571"/>
                  <a:pt x="764618" y="18288"/>
                </a:cubicBezTo>
                <a:cubicBezTo>
                  <a:pt x="428163" y="46147"/>
                  <a:pt x="180709" y="49883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23410" h="18288" stroke="0" extrusionOk="0">
                <a:moveTo>
                  <a:pt x="0" y="0"/>
                </a:moveTo>
                <a:cubicBezTo>
                  <a:pt x="151450" y="-3182"/>
                  <a:pt x="330751" y="1975"/>
                  <a:pt x="587682" y="0"/>
                </a:cubicBezTo>
                <a:cubicBezTo>
                  <a:pt x="844613" y="-1975"/>
                  <a:pt x="925389" y="21373"/>
                  <a:pt x="1086895" y="0"/>
                </a:cubicBezTo>
                <a:cubicBezTo>
                  <a:pt x="1248401" y="-21373"/>
                  <a:pt x="1627559" y="-29275"/>
                  <a:pt x="1807279" y="0"/>
                </a:cubicBezTo>
                <a:cubicBezTo>
                  <a:pt x="1986999" y="29275"/>
                  <a:pt x="2127620" y="23385"/>
                  <a:pt x="2394961" y="0"/>
                </a:cubicBezTo>
                <a:cubicBezTo>
                  <a:pt x="2662302" y="-23385"/>
                  <a:pt x="2729719" y="-18629"/>
                  <a:pt x="2982642" y="0"/>
                </a:cubicBezTo>
                <a:cubicBezTo>
                  <a:pt x="3235565" y="18629"/>
                  <a:pt x="3498854" y="22673"/>
                  <a:pt x="3703026" y="0"/>
                </a:cubicBezTo>
                <a:cubicBezTo>
                  <a:pt x="3907198" y="-22673"/>
                  <a:pt x="4203160" y="-11253"/>
                  <a:pt x="4423410" y="0"/>
                </a:cubicBezTo>
                <a:cubicBezTo>
                  <a:pt x="4422524" y="5429"/>
                  <a:pt x="4424231" y="14046"/>
                  <a:pt x="4423410" y="18288"/>
                </a:cubicBezTo>
                <a:cubicBezTo>
                  <a:pt x="4232181" y="31060"/>
                  <a:pt x="4039656" y="18565"/>
                  <a:pt x="3879962" y="18288"/>
                </a:cubicBezTo>
                <a:cubicBezTo>
                  <a:pt x="3720268" y="18011"/>
                  <a:pt x="3410543" y="416"/>
                  <a:pt x="3248047" y="18288"/>
                </a:cubicBezTo>
                <a:cubicBezTo>
                  <a:pt x="3085551" y="36160"/>
                  <a:pt x="2859988" y="2443"/>
                  <a:pt x="2616131" y="18288"/>
                </a:cubicBezTo>
                <a:cubicBezTo>
                  <a:pt x="2372274" y="34133"/>
                  <a:pt x="2239006" y="15743"/>
                  <a:pt x="2028449" y="18288"/>
                </a:cubicBezTo>
                <a:cubicBezTo>
                  <a:pt x="1817892" y="20833"/>
                  <a:pt x="1524351" y="-9689"/>
                  <a:pt x="1308066" y="18288"/>
                </a:cubicBezTo>
                <a:cubicBezTo>
                  <a:pt x="1091781" y="46265"/>
                  <a:pt x="878642" y="35229"/>
                  <a:pt x="587682" y="18288"/>
                </a:cubicBezTo>
                <a:cubicBezTo>
                  <a:pt x="296722" y="1347"/>
                  <a:pt x="210783" y="24166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7989" y="5626353"/>
            <a:ext cx="2609715" cy="18288"/>
          </a:xfrm>
          <a:custGeom>
            <a:avLst/>
            <a:gdLst>
              <a:gd name="connsiteX0" fmla="*/ 0 w 2609715"/>
              <a:gd name="connsiteY0" fmla="*/ 0 h 18288"/>
              <a:gd name="connsiteX1" fmla="*/ 626332 w 2609715"/>
              <a:gd name="connsiteY1" fmla="*/ 0 h 18288"/>
              <a:gd name="connsiteX2" fmla="*/ 1278760 w 2609715"/>
              <a:gd name="connsiteY2" fmla="*/ 0 h 18288"/>
              <a:gd name="connsiteX3" fmla="*/ 1931189 w 2609715"/>
              <a:gd name="connsiteY3" fmla="*/ 0 h 18288"/>
              <a:gd name="connsiteX4" fmla="*/ 2609715 w 2609715"/>
              <a:gd name="connsiteY4" fmla="*/ 0 h 18288"/>
              <a:gd name="connsiteX5" fmla="*/ 2609715 w 2609715"/>
              <a:gd name="connsiteY5" fmla="*/ 18288 h 18288"/>
              <a:gd name="connsiteX6" fmla="*/ 1957286 w 2609715"/>
              <a:gd name="connsiteY6" fmla="*/ 18288 h 18288"/>
              <a:gd name="connsiteX7" fmla="*/ 1357052 w 2609715"/>
              <a:gd name="connsiteY7" fmla="*/ 18288 h 18288"/>
              <a:gd name="connsiteX8" fmla="*/ 756817 w 2609715"/>
              <a:gd name="connsiteY8" fmla="*/ 18288 h 18288"/>
              <a:gd name="connsiteX9" fmla="*/ 0 w 2609715"/>
              <a:gd name="connsiteY9" fmla="*/ 18288 h 18288"/>
              <a:gd name="connsiteX10" fmla="*/ 0 w 2609715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9715" h="18288" fill="none" extrusionOk="0">
                <a:moveTo>
                  <a:pt x="0" y="0"/>
                </a:moveTo>
                <a:cubicBezTo>
                  <a:pt x="283276" y="6411"/>
                  <a:pt x="352876" y="-4376"/>
                  <a:pt x="626332" y="0"/>
                </a:cubicBezTo>
                <a:cubicBezTo>
                  <a:pt x="899788" y="4376"/>
                  <a:pt x="984795" y="8792"/>
                  <a:pt x="1278760" y="0"/>
                </a:cubicBezTo>
                <a:cubicBezTo>
                  <a:pt x="1572725" y="-8792"/>
                  <a:pt x="1637724" y="7668"/>
                  <a:pt x="1931189" y="0"/>
                </a:cubicBezTo>
                <a:cubicBezTo>
                  <a:pt x="2224654" y="-7668"/>
                  <a:pt x="2304540" y="-27069"/>
                  <a:pt x="2609715" y="0"/>
                </a:cubicBezTo>
                <a:cubicBezTo>
                  <a:pt x="2609561" y="8655"/>
                  <a:pt x="2608831" y="9975"/>
                  <a:pt x="2609715" y="18288"/>
                </a:cubicBezTo>
                <a:cubicBezTo>
                  <a:pt x="2465462" y="44785"/>
                  <a:pt x="2255189" y="1376"/>
                  <a:pt x="1957286" y="18288"/>
                </a:cubicBezTo>
                <a:cubicBezTo>
                  <a:pt x="1659383" y="35200"/>
                  <a:pt x="1562734" y="6078"/>
                  <a:pt x="1357052" y="18288"/>
                </a:cubicBezTo>
                <a:cubicBezTo>
                  <a:pt x="1151370" y="30498"/>
                  <a:pt x="893393" y="36847"/>
                  <a:pt x="756817" y="18288"/>
                </a:cubicBezTo>
                <a:cubicBezTo>
                  <a:pt x="620241" y="-271"/>
                  <a:pt x="309020" y="-1293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609715" h="18288" stroke="0" extrusionOk="0">
                <a:moveTo>
                  <a:pt x="0" y="0"/>
                </a:moveTo>
                <a:cubicBezTo>
                  <a:pt x="213927" y="5385"/>
                  <a:pt x="459211" y="-16832"/>
                  <a:pt x="626332" y="0"/>
                </a:cubicBezTo>
                <a:cubicBezTo>
                  <a:pt x="793453" y="16832"/>
                  <a:pt x="1001999" y="-15497"/>
                  <a:pt x="1200469" y="0"/>
                </a:cubicBezTo>
                <a:cubicBezTo>
                  <a:pt x="1398939" y="15497"/>
                  <a:pt x="1608397" y="-18886"/>
                  <a:pt x="1905092" y="0"/>
                </a:cubicBezTo>
                <a:cubicBezTo>
                  <a:pt x="2201787" y="18886"/>
                  <a:pt x="2405176" y="14775"/>
                  <a:pt x="2609715" y="0"/>
                </a:cubicBezTo>
                <a:cubicBezTo>
                  <a:pt x="2610129" y="5928"/>
                  <a:pt x="2609945" y="11133"/>
                  <a:pt x="2609715" y="18288"/>
                </a:cubicBezTo>
                <a:cubicBezTo>
                  <a:pt x="2437672" y="45501"/>
                  <a:pt x="2157047" y="37158"/>
                  <a:pt x="2009481" y="18288"/>
                </a:cubicBezTo>
                <a:cubicBezTo>
                  <a:pt x="1861915" y="-582"/>
                  <a:pt x="1705933" y="12780"/>
                  <a:pt x="1409246" y="18288"/>
                </a:cubicBezTo>
                <a:cubicBezTo>
                  <a:pt x="1112559" y="23796"/>
                  <a:pt x="883204" y="12235"/>
                  <a:pt x="704623" y="18288"/>
                </a:cubicBezTo>
                <a:cubicBezTo>
                  <a:pt x="526042" y="24341"/>
                  <a:pt x="274196" y="39038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>
                <a:latin typeface="Times New Roman"/>
                <a:cs typeface="Times New Roman"/>
              </a:rPr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DE56624-B2A7-ED6A-BDA2-B871A0AD80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2936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842F726D-A00F-E233-E966-B5E06685C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/>
              <a:t>Problem Statement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/>
              <a:t>Time-consuming &amp; error-prone</a:t>
            </a:r>
          </a:p>
          <a:p>
            <a:r>
              <a:rPr lang="en-US" sz="1900"/>
              <a:t>Paper usage → not eco-friendly</a:t>
            </a:r>
          </a:p>
          <a:p>
            <a:r>
              <a:rPr lang="en-US" sz="1900"/>
              <a:t>Inaccessible for off-campus students</a:t>
            </a:r>
          </a:p>
          <a:p>
            <a:r>
              <a:rPr lang="en-US" sz="1900"/>
              <a:t>Hard to audit</a:t>
            </a:r>
          </a:p>
          <a:p>
            <a:r>
              <a:rPr lang="en-US" sz="1900"/>
              <a:t>Low participation</a:t>
            </a:r>
          </a:p>
        </p:txBody>
      </p:sp>
      <p:pic>
        <p:nvPicPr>
          <p:cNvPr id="5" name="Picture 4" descr="A green paper with black text&#10;&#10;AI-generated content may be incorrect.">
            <a:extLst>
              <a:ext uri="{FF2B5EF4-FFF2-40B4-BE49-F238E27FC236}">
                <a16:creationId xmlns:a16="http://schemas.microsoft.com/office/drawing/2014/main" id="{F7EA91BE-BA4D-266E-8AA0-084D2566C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938" r="10847" b="-1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83449F-6EBB-F269-4BA5-304CC404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US" sz="3900">
                <a:latin typeface="Times New Roman"/>
                <a:cs typeface="Times New Roman"/>
              </a:rPr>
              <a:t>Motivation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F009E6-A43E-6BC2-CC75-514CBE9B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91" b="8984"/>
          <a:stretch/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onnsiteX0" fmla="*/ 0 w 1371600"/>
              <a:gd name="connsiteY0" fmla="*/ 0 h 13716"/>
              <a:gd name="connsiteX1" fmla="*/ 685800 w 1371600"/>
              <a:gd name="connsiteY1" fmla="*/ 0 h 13716"/>
              <a:gd name="connsiteX2" fmla="*/ 1371600 w 1371600"/>
              <a:gd name="connsiteY2" fmla="*/ 0 h 13716"/>
              <a:gd name="connsiteX3" fmla="*/ 1371600 w 1371600"/>
              <a:gd name="connsiteY3" fmla="*/ 13716 h 13716"/>
              <a:gd name="connsiteX4" fmla="*/ 713232 w 1371600"/>
              <a:gd name="connsiteY4" fmla="*/ 13716 h 13716"/>
              <a:gd name="connsiteX5" fmla="*/ 0 w 1371600"/>
              <a:gd name="connsiteY5" fmla="*/ 13716 h 13716"/>
              <a:gd name="connsiteX6" fmla="*/ 0 w 1371600"/>
              <a:gd name="connsiteY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r>
              <a:rPr lang="en-US" sz="1900">
                <a:latin typeface="Times New Roman"/>
                <a:cs typeface="Times New Roman"/>
              </a:rPr>
              <a:t>Secure and accessible digital elections</a:t>
            </a:r>
          </a:p>
          <a:p>
            <a:r>
              <a:rPr lang="en-US" sz="1900">
                <a:latin typeface="Times New Roman"/>
                <a:cs typeface="Times New Roman"/>
              </a:rPr>
              <a:t>Transparency &amp; trust</a:t>
            </a:r>
          </a:p>
          <a:p>
            <a:r>
              <a:rPr lang="en-US" sz="1900">
                <a:latin typeface="Times New Roman"/>
                <a:cs typeface="Times New Roman"/>
              </a:rPr>
              <a:t>Inspired by </a:t>
            </a:r>
            <a:r>
              <a:rPr lang="en-US" sz="1900" err="1">
                <a:latin typeface="Times New Roman"/>
                <a:cs typeface="Times New Roman"/>
              </a:rPr>
              <a:t>WebAuthn</a:t>
            </a:r>
            <a:r>
              <a:rPr lang="en-US" sz="1900">
                <a:latin typeface="Times New Roman"/>
                <a:cs typeface="Times New Roman"/>
              </a:rPr>
              <a:t> and real-time dashboards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8D421-CBA9-F719-87A9-5FAA90D3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lines on a black background&#10;&#10;AI-generated content may be incorrect.">
            <a:extLst>
              <a:ext uri="{FF2B5EF4-FFF2-40B4-BE49-F238E27FC236}">
                <a16:creationId xmlns:a16="http://schemas.microsoft.com/office/drawing/2014/main" id="{5C28EC18-6680-287A-C8EF-287C8D0C2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1564036"/>
            <a:ext cx="2526726" cy="3729928"/>
          </a:xfrm>
          <a:prstGeom prst="rect">
            <a:avLst/>
          </a:prstGeom>
        </p:spPr>
      </p:pic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515" y="457201"/>
            <a:ext cx="4002953" cy="1835911"/>
          </a:xfrm>
        </p:spPr>
        <p:txBody>
          <a:bodyPr anchor="b">
            <a:normAutofit/>
          </a:bodyPr>
          <a:lstStyle/>
          <a:p>
            <a:r>
              <a:rPr lang="en-US" sz="4700">
                <a:solidFill>
                  <a:srgbClr val="FFFFFF"/>
                </a:solidFill>
                <a:latin typeface="Times New Roman"/>
                <a:cs typeface="Times New Roman"/>
              </a:rPr>
              <a:t>Our Solution: E-Vote</a:t>
            </a:r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9514" y="2560829"/>
            <a:ext cx="3771900" cy="18288"/>
          </a:xfrm>
          <a:custGeom>
            <a:avLst/>
            <a:gdLst>
              <a:gd name="connsiteX0" fmla="*/ 0 w 3771900"/>
              <a:gd name="connsiteY0" fmla="*/ 0 h 18288"/>
              <a:gd name="connsiteX1" fmla="*/ 704088 w 3771900"/>
              <a:gd name="connsiteY1" fmla="*/ 0 h 18288"/>
              <a:gd name="connsiteX2" fmla="*/ 1370457 w 3771900"/>
              <a:gd name="connsiteY2" fmla="*/ 0 h 18288"/>
              <a:gd name="connsiteX3" fmla="*/ 2036826 w 3771900"/>
              <a:gd name="connsiteY3" fmla="*/ 0 h 18288"/>
              <a:gd name="connsiteX4" fmla="*/ 2552319 w 3771900"/>
              <a:gd name="connsiteY4" fmla="*/ 0 h 18288"/>
              <a:gd name="connsiteX5" fmla="*/ 3105531 w 3771900"/>
              <a:gd name="connsiteY5" fmla="*/ 0 h 18288"/>
              <a:gd name="connsiteX6" fmla="*/ 3771900 w 3771900"/>
              <a:gd name="connsiteY6" fmla="*/ 0 h 18288"/>
              <a:gd name="connsiteX7" fmla="*/ 3771900 w 3771900"/>
              <a:gd name="connsiteY7" fmla="*/ 18288 h 18288"/>
              <a:gd name="connsiteX8" fmla="*/ 3143250 w 3771900"/>
              <a:gd name="connsiteY8" fmla="*/ 18288 h 18288"/>
              <a:gd name="connsiteX9" fmla="*/ 2627757 w 3771900"/>
              <a:gd name="connsiteY9" fmla="*/ 18288 h 18288"/>
              <a:gd name="connsiteX10" fmla="*/ 2112264 w 3771900"/>
              <a:gd name="connsiteY10" fmla="*/ 18288 h 18288"/>
              <a:gd name="connsiteX11" fmla="*/ 1445895 w 3771900"/>
              <a:gd name="connsiteY11" fmla="*/ 18288 h 18288"/>
              <a:gd name="connsiteX12" fmla="*/ 892683 w 3771900"/>
              <a:gd name="connsiteY12" fmla="*/ 18288 h 18288"/>
              <a:gd name="connsiteX13" fmla="*/ 0 w 3771900"/>
              <a:gd name="connsiteY13" fmla="*/ 18288 h 18288"/>
              <a:gd name="connsiteX14" fmla="*/ 0 w 37719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1900" h="18288" fill="none" extrusionOk="0">
                <a:moveTo>
                  <a:pt x="0" y="0"/>
                </a:moveTo>
                <a:cubicBezTo>
                  <a:pt x="285982" y="-16509"/>
                  <a:pt x="373591" y="28957"/>
                  <a:pt x="704088" y="0"/>
                </a:cubicBezTo>
                <a:cubicBezTo>
                  <a:pt x="1034585" y="-28957"/>
                  <a:pt x="1127575" y="15529"/>
                  <a:pt x="1370457" y="0"/>
                </a:cubicBezTo>
                <a:cubicBezTo>
                  <a:pt x="1613339" y="-15529"/>
                  <a:pt x="1901330" y="-18417"/>
                  <a:pt x="2036826" y="0"/>
                </a:cubicBezTo>
                <a:cubicBezTo>
                  <a:pt x="2172322" y="18417"/>
                  <a:pt x="2391554" y="24426"/>
                  <a:pt x="2552319" y="0"/>
                </a:cubicBezTo>
                <a:cubicBezTo>
                  <a:pt x="2713084" y="-24426"/>
                  <a:pt x="2832344" y="19126"/>
                  <a:pt x="3105531" y="0"/>
                </a:cubicBezTo>
                <a:cubicBezTo>
                  <a:pt x="3378718" y="-19126"/>
                  <a:pt x="3624591" y="4962"/>
                  <a:pt x="3771900" y="0"/>
                </a:cubicBezTo>
                <a:cubicBezTo>
                  <a:pt x="3771400" y="8855"/>
                  <a:pt x="3772009" y="14521"/>
                  <a:pt x="3771900" y="18288"/>
                </a:cubicBezTo>
                <a:cubicBezTo>
                  <a:pt x="3458898" y="17742"/>
                  <a:pt x="3421743" y="-6827"/>
                  <a:pt x="3143250" y="18288"/>
                </a:cubicBezTo>
                <a:cubicBezTo>
                  <a:pt x="2864757" y="43403"/>
                  <a:pt x="2852800" y="27764"/>
                  <a:pt x="2627757" y="18288"/>
                </a:cubicBezTo>
                <a:cubicBezTo>
                  <a:pt x="2402714" y="8812"/>
                  <a:pt x="2240384" y="-3809"/>
                  <a:pt x="2112264" y="18288"/>
                </a:cubicBezTo>
                <a:cubicBezTo>
                  <a:pt x="1984144" y="40385"/>
                  <a:pt x="1648028" y="25259"/>
                  <a:pt x="1445895" y="18288"/>
                </a:cubicBezTo>
                <a:cubicBezTo>
                  <a:pt x="1243762" y="11317"/>
                  <a:pt x="1123026" y="22466"/>
                  <a:pt x="892683" y="18288"/>
                </a:cubicBezTo>
                <a:cubicBezTo>
                  <a:pt x="662340" y="14110"/>
                  <a:pt x="180978" y="-26198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771900" h="18288" stroke="0" extrusionOk="0">
                <a:moveTo>
                  <a:pt x="0" y="0"/>
                </a:moveTo>
                <a:cubicBezTo>
                  <a:pt x="168080" y="-24280"/>
                  <a:pt x="426899" y="-27643"/>
                  <a:pt x="590931" y="0"/>
                </a:cubicBezTo>
                <a:cubicBezTo>
                  <a:pt x="754963" y="27643"/>
                  <a:pt x="943937" y="-964"/>
                  <a:pt x="1106424" y="0"/>
                </a:cubicBezTo>
                <a:cubicBezTo>
                  <a:pt x="1268911" y="964"/>
                  <a:pt x="1620128" y="24107"/>
                  <a:pt x="1810512" y="0"/>
                </a:cubicBezTo>
                <a:cubicBezTo>
                  <a:pt x="2000896" y="-24107"/>
                  <a:pt x="2173109" y="23508"/>
                  <a:pt x="2401443" y="0"/>
                </a:cubicBezTo>
                <a:cubicBezTo>
                  <a:pt x="2629777" y="-23508"/>
                  <a:pt x="2762620" y="-19902"/>
                  <a:pt x="2992374" y="0"/>
                </a:cubicBezTo>
                <a:cubicBezTo>
                  <a:pt x="3222128" y="19902"/>
                  <a:pt x="3483193" y="6322"/>
                  <a:pt x="3771900" y="0"/>
                </a:cubicBezTo>
                <a:cubicBezTo>
                  <a:pt x="3771002" y="7180"/>
                  <a:pt x="3772069" y="13790"/>
                  <a:pt x="3771900" y="18288"/>
                </a:cubicBezTo>
                <a:cubicBezTo>
                  <a:pt x="3466427" y="17166"/>
                  <a:pt x="3360902" y="-2444"/>
                  <a:pt x="3143250" y="18288"/>
                </a:cubicBezTo>
                <a:cubicBezTo>
                  <a:pt x="2925598" y="39020"/>
                  <a:pt x="2852709" y="34774"/>
                  <a:pt x="2627757" y="18288"/>
                </a:cubicBezTo>
                <a:cubicBezTo>
                  <a:pt x="2402805" y="1802"/>
                  <a:pt x="2156087" y="-12568"/>
                  <a:pt x="1999107" y="18288"/>
                </a:cubicBezTo>
                <a:cubicBezTo>
                  <a:pt x="1842127" y="49144"/>
                  <a:pt x="1528676" y="3672"/>
                  <a:pt x="1370457" y="18288"/>
                </a:cubicBezTo>
                <a:cubicBezTo>
                  <a:pt x="1212238" y="32905"/>
                  <a:pt x="1007440" y="24475"/>
                  <a:pt x="779526" y="18288"/>
                </a:cubicBezTo>
                <a:cubicBezTo>
                  <a:pt x="551612" y="12101"/>
                  <a:pt x="175765" y="863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515" y="2798064"/>
            <a:ext cx="4095821" cy="3417611"/>
          </a:xfrm>
        </p:spPr>
        <p:txBody>
          <a:bodyPr anchor="t">
            <a:normAutofit/>
          </a:bodyPr>
          <a:lstStyle/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Biometric login using WebAuthn</a:t>
            </a: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Admin, Auditor, Voter modules</a:t>
            </a: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Real-time results &amp; monitoring</a:t>
            </a: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Built with Next.js, Express.js, MongoDB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403A73-E23F-2242-30E7-CD96A6A9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515" y="457201"/>
            <a:ext cx="4002953" cy="1835911"/>
          </a:xfrm>
        </p:spPr>
        <p:txBody>
          <a:bodyPr anchor="b">
            <a:normAutofit/>
          </a:bodyPr>
          <a:lstStyle/>
          <a:p>
            <a:r>
              <a:rPr lang="en-US" sz="4700">
                <a:solidFill>
                  <a:srgbClr val="FFFFFF"/>
                </a:solidFill>
                <a:latin typeface="Times New Roman"/>
                <a:cs typeface="Times New Roman"/>
              </a:rPr>
              <a:t>Objectives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9514" y="2560829"/>
            <a:ext cx="3771900" cy="18288"/>
          </a:xfrm>
          <a:custGeom>
            <a:avLst/>
            <a:gdLst>
              <a:gd name="connsiteX0" fmla="*/ 0 w 3771900"/>
              <a:gd name="connsiteY0" fmla="*/ 0 h 18288"/>
              <a:gd name="connsiteX1" fmla="*/ 704088 w 3771900"/>
              <a:gd name="connsiteY1" fmla="*/ 0 h 18288"/>
              <a:gd name="connsiteX2" fmla="*/ 1370457 w 3771900"/>
              <a:gd name="connsiteY2" fmla="*/ 0 h 18288"/>
              <a:gd name="connsiteX3" fmla="*/ 2036826 w 3771900"/>
              <a:gd name="connsiteY3" fmla="*/ 0 h 18288"/>
              <a:gd name="connsiteX4" fmla="*/ 2552319 w 3771900"/>
              <a:gd name="connsiteY4" fmla="*/ 0 h 18288"/>
              <a:gd name="connsiteX5" fmla="*/ 3105531 w 3771900"/>
              <a:gd name="connsiteY5" fmla="*/ 0 h 18288"/>
              <a:gd name="connsiteX6" fmla="*/ 3771900 w 3771900"/>
              <a:gd name="connsiteY6" fmla="*/ 0 h 18288"/>
              <a:gd name="connsiteX7" fmla="*/ 3771900 w 3771900"/>
              <a:gd name="connsiteY7" fmla="*/ 18288 h 18288"/>
              <a:gd name="connsiteX8" fmla="*/ 3143250 w 3771900"/>
              <a:gd name="connsiteY8" fmla="*/ 18288 h 18288"/>
              <a:gd name="connsiteX9" fmla="*/ 2627757 w 3771900"/>
              <a:gd name="connsiteY9" fmla="*/ 18288 h 18288"/>
              <a:gd name="connsiteX10" fmla="*/ 2112264 w 3771900"/>
              <a:gd name="connsiteY10" fmla="*/ 18288 h 18288"/>
              <a:gd name="connsiteX11" fmla="*/ 1445895 w 3771900"/>
              <a:gd name="connsiteY11" fmla="*/ 18288 h 18288"/>
              <a:gd name="connsiteX12" fmla="*/ 892683 w 3771900"/>
              <a:gd name="connsiteY12" fmla="*/ 18288 h 18288"/>
              <a:gd name="connsiteX13" fmla="*/ 0 w 3771900"/>
              <a:gd name="connsiteY13" fmla="*/ 18288 h 18288"/>
              <a:gd name="connsiteX14" fmla="*/ 0 w 37719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1900" h="18288" fill="none" extrusionOk="0">
                <a:moveTo>
                  <a:pt x="0" y="0"/>
                </a:moveTo>
                <a:cubicBezTo>
                  <a:pt x="285982" y="-16509"/>
                  <a:pt x="373591" y="28957"/>
                  <a:pt x="704088" y="0"/>
                </a:cubicBezTo>
                <a:cubicBezTo>
                  <a:pt x="1034585" y="-28957"/>
                  <a:pt x="1127575" y="15529"/>
                  <a:pt x="1370457" y="0"/>
                </a:cubicBezTo>
                <a:cubicBezTo>
                  <a:pt x="1613339" y="-15529"/>
                  <a:pt x="1901330" y="-18417"/>
                  <a:pt x="2036826" y="0"/>
                </a:cubicBezTo>
                <a:cubicBezTo>
                  <a:pt x="2172322" y="18417"/>
                  <a:pt x="2391554" y="24426"/>
                  <a:pt x="2552319" y="0"/>
                </a:cubicBezTo>
                <a:cubicBezTo>
                  <a:pt x="2713084" y="-24426"/>
                  <a:pt x="2832344" y="19126"/>
                  <a:pt x="3105531" y="0"/>
                </a:cubicBezTo>
                <a:cubicBezTo>
                  <a:pt x="3378718" y="-19126"/>
                  <a:pt x="3624591" y="4962"/>
                  <a:pt x="3771900" y="0"/>
                </a:cubicBezTo>
                <a:cubicBezTo>
                  <a:pt x="3771400" y="8855"/>
                  <a:pt x="3772009" y="14521"/>
                  <a:pt x="3771900" y="18288"/>
                </a:cubicBezTo>
                <a:cubicBezTo>
                  <a:pt x="3458898" y="17742"/>
                  <a:pt x="3421743" y="-6827"/>
                  <a:pt x="3143250" y="18288"/>
                </a:cubicBezTo>
                <a:cubicBezTo>
                  <a:pt x="2864757" y="43403"/>
                  <a:pt x="2852800" y="27764"/>
                  <a:pt x="2627757" y="18288"/>
                </a:cubicBezTo>
                <a:cubicBezTo>
                  <a:pt x="2402714" y="8812"/>
                  <a:pt x="2240384" y="-3809"/>
                  <a:pt x="2112264" y="18288"/>
                </a:cubicBezTo>
                <a:cubicBezTo>
                  <a:pt x="1984144" y="40385"/>
                  <a:pt x="1648028" y="25259"/>
                  <a:pt x="1445895" y="18288"/>
                </a:cubicBezTo>
                <a:cubicBezTo>
                  <a:pt x="1243762" y="11317"/>
                  <a:pt x="1123026" y="22466"/>
                  <a:pt x="892683" y="18288"/>
                </a:cubicBezTo>
                <a:cubicBezTo>
                  <a:pt x="662340" y="14110"/>
                  <a:pt x="180978" y="-26198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771900" h="18288" stroke="0" extrusionOk="0">
                <a:moveTo>
                  <a:pt x="0" y="0"/>
                </a:moveTo>
                <a:cubicBezTo>
                  <a:pt x="168080" y="-24280"/>
                  <a:pt x="426899" y="-27643"/>
                  <a:pt x="590931" y="0"/>
                </a:cubicBezTo>
                <a:cubicBezTo>
                  <a:pt x="754963" y="27643"/>
                  <a:pt x="943937" y="-964"/>
                  <a:pt x="1106424" y="0"/>
                </a:cubicBezTo>
                <a:cubicBezTo>
                  <a:pt x="1268911" y="964"/>
                  <a:pt x="1620128" y="24107"/>
                  <a:pt x="1810512" y="0"/>
                </a:cubicBezTo>
                <a:cubicBezTo>
                  <a:pt x="2000896" y="-24107"/>
                  <a:pt x="2173109" y="23508"/>
                  <a:pt x="2401443" y="0"/>
                </a:cubicBezTo>
                <a:cubicBezTo>
                  <a:pt x="2629777" y="-23508"/>
                  <a:pt x="2762620" y="-19902"/>
                  <a:pt x="2992374" y="0"/>
                </a:cubicBezTo>
                <a:cubicBezTo>
                  <a:pt x="3222128" y="19902"/>
                  <a:pt x="3483193" y="6322"/>
                  <a:pt x="3771900" y="0"/>
                </a:cubicBezTo>
                <a:cubicBezTo>
                  <a:pt x="3771002" y="7180"/>
                  <a:pt x="3772069" y="13790"/>
                  <a:pt x="3771900" y="18288"/>
                </a:cubicBezTo>
                <a:cubicBezTo>
                  <a:pt x="3466427" y="17166"/>
                  <a:pt x="3360902" y="-2444"/>
                  <a:pt x="3143250" y="18288"/>
                </a:cubicBezTo>
                <a:cubicBezTo>
                  <a:pt x="2925598" y="39020"/>
                  <a:pt x="2852709" y="34774"/>
                  <a:pt x="2627757" y="18288"/>
                </a:cubicBezTo>
                <a:cubicBezTo>
                  <a:pt x="2402805" y="1802"/>
                  <a:pt x="2156087" y="-12568"/>
                  <a:pt x="1999107" y="18288"/>
                </a:cubicBezTo>
                <a:cubicBezTo>
                  <a:pt x="1842127" y="49144"/>
                  <a:pt x="1528676" y="3672"/>
                  <a:pt x="1370457" y="18288"/>
                </a:cubicBezTo>
                <a:cubicBezTo>
                  <a:pt x="1212238" y="32905"/>
                  <a:pt x="1007440" y="24475"/>
                  <a:pt x="779526" y="18288"/>
                </a:cubicBezTo>
                <a:cubicBezTo>
                  <a:pt x="551612" y="12101"/>
                  <a:pt x="175765" y="863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515" y="2798064"/>
            <a:ext cx="4095821" cy="3417611"/>
          </a:xfrm>
        </p:spPr>
        <p:txBody>
          <a:bodyPr anchor="t">
            <a:normAutofit/>
          </a:bodyPr>
          <a:lstStyle/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Secure &amp; transparent voting</a:t>
            </a: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Real-time election analytics</a:t>
            </a:r>
            <a:endParaRPr lang="en-US" sz="19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Simplified admin process</a:t>
            </a:r>
            <a:endParaRPr lang="en-US" sz="19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Boost student engagement</a:t>
            </a:r>
            <a:endParaRPr lang="en-US" sz="1900">
              <a:solidFill>
                <a:srgbClr val="FFFFFF"/>
              </a:solidFill>
              <a:latin typeface="Times New Roman"/>
              <a:ea typeface="Calibri"/>
              <a:cs typeface="Times New Roman"/>
            </a:endParaRPr>
          </a:p>
          <a:p>
            <a:r>
              <a:rPr lang="en-US" sz="1900">
                <a:solidFill>
                  <a:srgbClr val="FFFFFF"/>
                </a:solidFill>
                <a:latin typeface="Times New Roman"/>
                <a:ea typeface="Calibri"/>
                <a:cs typeface="Calibri"/>
              </a:rPr>
              <a:t>User Friendly</a:t>
            </a:r>
          </a:p>
        </p:txBody>
      </p:sp>
      <p:pic>
        <p:nvPicPr>
          <p:cNvPr id="11" name="Picture 10" descr="A colorful gauge with different faces&#10;&#10;AI-generated content may be incorrect.">
            <a:extLst>
              <a:ext uri="{FF2B5EF4-FFF2-40B4-BE49-F238E27FC236}">
                <a16:creationId xmlns:a16="http://schemas.microsoft.com/office/drawing/2014/main" id="{8EF72114-678C-E0AF-2653-DDFF372E1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60" y="4907442"/>
            <a:ext cx="3605662" cy="1945796"/>
          </a:xfrm>
          <a:prstGeom prst="rect">
            <a:avLst/>
          </a:prstGeom>
        </p:spPr>
      </p:pic>
      <p:pic>
        <p:nvPicPr>
          <p:cNvPr id="12" name="Picture 11" descr="A red ribbon with black text&#10;&#10;AI-generated content may be incorrect.">
            <a:extLst>
              <a:ext uri="{FF2B5EF4-FFF2-40B4-BE49-F238E27FC236}">
                <a16:creationId xmlns:a16="http://schemas.microsoft.com/office/drawing/2014/main" id="{6A0A7D36-768A-4CEE-98A0-B1A87DC53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1500" y="2840697"/>
            <a:ext cx="4295775" cy="2276475"/>
          </a:xfrm>
          <a:prstGeom prst="rect">
            <a:avLst/>
          </a:prstGeom>
        </p:spPr>
      </p:pic>
      <p:pic>
        <p:nvPicPr>
          <p:cNvPr id="13" name="Picture 12" descr="A purple circle with white text&#10;&#10;AI-generated content may be incorrect.">
            <a:extLst>
              <a:ext uri="{FF2B5EF4-FFF2-40B4-BE49-F238E27FC236}">
                <a16:creationId xmlns:a16="http://schemas.microsoft.com/office/drawing/2014/main" id="{5D76A586-C46D-031E-6114-4184CD51A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48019" y="572668"/>
            <a:ext cx="4295775" cy="2276475"/>
          </a:xfrm>
          <a:prstGeom prst="rect">
            <a:avLst/>
          </a:prstGeom>
        </p:spPr>
      </p:pic>
      <p:pic>
        <p:nvPicPr>
          <p:cNvPr id="14" name="Picture 13" descr="A cell phone with a lock and key&#10;&#10;AI-generated content may be incorrect.">
            <a:extLst>
              <a:ext uri="{FF2B5EF4-FFF2-40B4-BE49-F238E27FC236}">
                <a16:creationId xmlns:a16="http://schemas.microsoft.com/office/drawing/2014/main" id="{7817B2D4-BFA5-45A4-7420-DEEA63AC84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3461" y="619395"/>
            <a:ext cx="3001813" cy="1672626"/>
          </a:xfrm>
          <a:prstGeom prst="rect">
            <a:avLst/>
          </a:prstGeom>
        </p:spPr>
      </p:pic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5D1191C-0BBD-5B9C-6E9E-9EE90C650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>
                <a:latin typeface="Times New Roman"/>
                <a:cs typeface="Times New Roman"/>
              </a:rPr>
              <a:t>Scope of the System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>
                <a:latin typeface="Times New Roman"/>
                <a:cs typeface="Times New Roman"/>
              </a:rPr>
              <a:t>Covers full election lifecycle</a:t>
            </a:r>
          </a:p>
          <a:p>
            <a:r>
              <a:rPr lang="en-US" sz="1900">
                <a:latin typeface="Times New Roman"/>
                <a:cs typeface="Times New Roman"/>
              </a:rPr>
              <a:t>Role-based access</a:t>
            </a:r>
          </a:p>
          <a:p>
            <a:r>
              <a:rPr lang="en-US" sz="1900">
                <a:latin typeface="Times New Roman"/>
                <a:cs typeface="Times New Roman"/>
              </a:rPr>
              <a:t>Integrated analytics &amp; audit logs</a:t>
            </a:r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DBEA8084-1873-50DB-7C0A-6FA9BA1B4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91" r="16768" b="-3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D4FE5-FB5C-7A5A-677E-AAFE9DE47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>
                <a:latin typeface="Times New Roman"/>
                <a:cs typeface="Times New Roman"/>
              </a:rPr>
              <a:t>Key Modules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FFA295A-5474-657B-31F0-71AD265462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549546"/>
              </p:ext>
            </p:extLst>
          </p:nvPr>
        </p:nvGraphicFramePr>
        <p:xfrm>
          <a:off x="628650" y="1710502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4" name="Slide Number Placeholder 163">
            <a:extLst>
              <a:ext uri="{FF2B5EF4-FFF2-40B4-BE49-F238E27FC236}">
                <a16:creationId xmlns:a16="http://schemas.microsoft.com/office/drawing/2014/main" id="{4C44C4D5-63EC-8555-986A-6A6B7BA2D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2940" y="525439"/>
            <a:ext cx="2502409" cy="1657614"/>
          </a:xfrm>
        </p:spPr>
        <p:txBody>
          <a:bodyPr>
            <a:normAutofit/>
          </a:bodyPr>
          <a:lstStyle/>
          <a:p>
            <a:r>
              <a:rPr lang="en-US" sz="3100">
                <a:latin typeface="Times New Roman"/>
                <a:cs typeface="Times New Roman"/>
              </a:rPr>
              <a:t>System Architecture</a:t>
            </a:r>
          </a:p>
        </p:txBody>
      </p:sp>
      <p:pic>
        <p:nvPicPr>
          <p:cNvPr id="14" name="Picture 13" descr="A black circle with white letter n in it&#10;&#10;AI-generated content may be incorrect.">
            <a:extLst>
              <a:ext uri="{FF2B5EF4-FFF2-40B4-BE49-F238E27FC236}">
                <a16:creationId xmlns:a16="http://schemas.microsoft.com/office/drawing/2014/main" id="{37E03E7C-C3E0-35FC-2416-1B975C320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56" y="830412"/>
            <a:ext cx="2938473" cy="2938473"/>
          </a:xfrm>
          <a:prstGeom prst="rect">
            <a:avLst/>
          </a:prstGeom>
        </p:spPr>
      </p:pic>
      <p:pic>
        <p:nvPicPr>
          <p:cNvPr id="10" name="Picture 9" descr="A logo with black and green letters&#10;&#10;AI-generated content may be incorrect.">
            <a:extLst>
              <a:ext uri="{FF2B5EF4-FFF2-40B4-BE49-F238E27FC236}">
                <a16:creationId xmlns:a16="http://schemas.microsoft.com/office/drawing/2014/main" id="{D415A571-29D8-8572-000D-C7EB34C0F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578" y="375320"/>
            <a:ext cx="1657612" cy="1657612"/>
          </a:xfrm>
          <a:prstGeom prst="rect">
            <a:avLst/>
          </a:prstGeom>
        </p:spPr>
      </p:pic>
      <p:pic>
        <p:nvPicPr>
          <p:cNvPr id="6" name="Picture 5" descr="A green leaf with brown letters&#10;&#10;AI-generated content may be incorrect.">
            <a:extLst>
              <a:ext uri="{FF2B5EF4-FFF2-40B4-BE49-F238E27FC236}">
                <a16:creationId xmlns:a16="http://schemas.microsoft.com/office/drawing/2014/main" id="{1434C241-72D0-1D84-25C2-B06AE1901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912" y="2424609"/>
            <a:ext cx="1799367" cy="1799367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A846D657-AECB-47B4-4831-348AEA76F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57" y="5014485"/>
            <a:ext cx="1242714" cy="1242714"/>
          </a:xfrm>
          <a:prstGeom prst="rect">
            <a:avLst/>
          </a:prstGeom>
        </p:spPr>
      </p:pic>
      <p:pic>
        <p:nvPicPr>
          <p:cNvPr id="8" name="Picture 7" descr="A grey circle with white letters&#10;&#10;AI-generated content may be incorrect.">
            <a:extLst>
              <a:ext uri="{FF2B5EF4-FFF2-40B4-BE49-F238E27FC236}">
                <a16:creationId xmlns:a16="http://schemas.microsoft.com/office/drawing/2014/main" id="{E449C319-94DD-AB6C-8DBF-A2C7753A1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215" y="5009740"/>
            <a:ext cx="1252210" cy="1252210"/>
          </a:xfrm>
          <a:prstGeom prst="rect">
            <a:avLst/>
          </a:prstGeom>
        </p:spPr>
      </p:pic>
      <p:pic>
        <p:nvPicPr>
          <p:cNvPr id="12" name="Picture 11" descr="A colorful logo with different colors&#10;&#10;AI-generated content may be incorrect.">
            <a:extLst>
              <a:ext uri="{FF2B5EF4-FFF2-40B4-BE49-F238E27FC236}">
                <a16:creationId xmlns:a16="http://schemas.microsoft.com/office/drawing/2014/main" id="{6A812951-D262-FB8E-BCAA-FD876B8EB0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4359" y="4912224"/>
            <a:ext cx="1447628" cy="1447628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2940" y="2274491"/>
            <a:ext cx="2502410" cy="390247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>
                <a:latin typeface="Times New Roman"/>
                <a:ea typeface="Calibri"/>
                <a:cs typeface="Times New Roman"/>
              </a:rPr>
              <a:t>UI/UX Design: Figma</a:t>
            </a:r>
            <a:endParaRPr lang="en-US" sz="1700">
              <a:latin typeface="Times New Roman"/>
              <a:cs typeface="Times New Roman"/>
            </a:endParaRPr>
          </a:p>
          <a:p>
            <a:r>
              <a:rPr lang="en-US" sz="1700">
                <a:latin typeface="Times New Roman"/>
                <a:cs typeface="Times New Roman"/>
              </a:rPr>
              <a:t>Frontend: Next.js</a:t>
            </a:r>
          </a:p>
          <a:p>
            <a:r>
              <a:rPr lang="en-US" sz="1700">
                <a:latin typeface="Times New Roman"/>
                <a:cs typeface="Times New Roman"/>
              </a:rPr>
              <a:t>Backend: Express.js</a:t>
            </a:r>
          </a:p>
          <a:p>
            <a:r>
              <a:rPr lang="en-US" sz="1700">
                <a:latin typeface="Times New Roman"/>
                <a:cs typeface="Times New Roman"/>
              </a:rPr>
              <a:t>Database: MongoDB</a:t>
            </a:r>
          </a:p>
          <a:p>
            <a:r>
              <a:rPr lang="en-US" sz="1700">
                <a:latin typeface="Times New Roman"/>
                <a:cs typeface="Times New Roman"/>
              </a:rPr>
              <a:t>Deployed on Vercel</a:t>
            </a:r>
          </a:p>
          <a:p>
            <a:r>
              <a:rPr lang="en-US" sz="1700">
                <a:latin typeface="Times New Roman"/>
                <a:cs typeface="Times New Roman"/>
              </a:rPr>
              <a:t>Role-based architecture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220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220" y="2228770"/>
            <a:ext cx="2157776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5647996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628193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0F9814E-EB2E-60A2-CABC-B1D403268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US" sz="4200">
                <a:latin typeface="Times New Roman"/>
                <a:cs typeface="Times New Roman"/>
              </a:rPr>
              <a:t>Frontend Structure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61AF603-A23D-635A-9D3C-F2F7C66A12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71" b="11747"/>
          <a:stretch/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6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onnsiteX0" fmla="*/ 0 w 1371600"/>
              <a:gd name="connsiteY0" fmla="*/ 0 h 13716"/>
              <a:gd name="connsiteX1" fmla="*/ 685800 w 1371600"/>
              <a:gd name="connsiteY1" fmla="*/ 0 h 13716"/>
              <a:gd name="connsiteX2" fmla="*/ 1371600 w 1371600"/>
              <a:gd name="connsiteY2" fmla="*/ 0 h 13716"/>
              <a:gd name="connsiteX3" fmla="*/ 1371600 w 1371600"/>
              <a:gd name="connsiteY3" fmla="*/ 13716 h 13716"/>
              <a:gd name="connsiteX4" fmla="*/ 713232 w 1371600"/>
              <a:gd name="connsiteY4" fmla="*/ 13716 h 13716"/>
              <a:gd name="connsiteX5" fmla="*/ 0 w 1371600"/>
              <a:gd name="connsiteY5" fmla="*/ 13716 h 13716"/>
              <a:gd name="connsiteX6" fmla="*/ 0 w 1371600"/>
              <a:gd name="connsiteY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>
                <a:latin typeface="Times New Roman"/>
                <a:cs typeface="Times New Roman"/>
              </a:rPr>
              <a:t>Component-based React design</a:t>
            </a:r>
          </a:p>
          <a:p>
            <a:pPr>
              <a:lnSpc>
                <a:spcPct val="90000"/>
              </a:lnSpc>
            </a:pPr>
            <a:r>
              <a:rPr lang="en-US" sz="1900">
                <a:latin typeface="Times New Roman"/>
                <a:cs typeface="Times New Roman"/>
              </a:rPr>
              <a:t>Server-Side Rendering</a:t>
            </a:r>
          </a:p>
          <a:p>
            <a:pPr>
              <a:lnSpc>
                <a:spcPct val="90000"/>
              </a:lnSpc>
            </a:pPr>
            <a:r>
              <a:rPr lang="en-US" sz="1900">
                <a:latin typeface="Times New Roman"/>
                <a:cs typeface="Times New Roman"/>
              </a:rPr>
              <a:t>Dynamic routing</a:t>
            </a:r>
          </a:p>
          <a:p>
            <a:pPr>
              <a:lnSpc>
                <a:spcPct val="90000"/>
              </a:lnSpc>
            </a:pPr>
            <a:r>
              <a:rPr lang="en-US" sz="1900">
                <a:latin typeface="Times New Roman"/>
                <a:cs typeface="Times New Roman"/>
              </a:rPr>
              <a:t>Biometric API Integration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3C34BB-DCA2-6356-A2B1-32C2B87D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r>
              <a:rPr lang="en-US" sz="4200">
                <a:latin typeface="Times New Roman"/>
                <a:cs typeface="Times New Roman"/>
              </a:rPr>
              <a:t>Backend APIs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F6F48E7-11E1-3B76-6FC5-917510035B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21" b="4450"/>
          <a:stretch/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9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onnsiteX0" fmla="*/ 0 w 1371600"/>
              <a:gd name="connsiteY0" fmla="*/ 0 h 13716"/>
              <a:gd name="connsiteX1" fmla="*/ 685800 w 1371600"/>
              <a:gd name="connsiteY1" fmla="*/ 0 h 13716"/>
              <a:gd name="connsiteX2" fmla="*/ 1371600 w 1371600"/>
              <a:gd name="connsiteY2" fmla="*/ 0 h 13716"/>
              <a:gd name="connsiteX3" fmla="*/ 1371600 w 1371600"/>
              <a:gd name="connsiteY3" fmla="*/ 13716 h 13716"/>
              <a:gd name="connsiteX4" fmla="*/ 713232 w 1371600"/>
              <a:gd name="connsiteY4" fmla="*/ 13716 h 13716"/>
              <a:gd name="connsiteX5" fmla="*/ 0 w 1371600"/>
              <a:gd name="connsiteY5" fmla="*/ 13716 h 13716"/>
              <a:gd name="connsiteX6" fmla="*/ 0 w 1371600"/>
              <a:gd name="connsiteY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>
                <a:latin typeface="Times New Roman"/>
                <a:cs typeface="Times New Roman"/>
              </a:rPr>
              <a:t>Models for users, elections and votes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latin typeface="Times New Roman"/>
                <a:cs typeface="Times New Roman"/>
              </a:rPr>
              <a:t>Service functions for users, elections and votes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latin typeface="Times New Roman"/>
                <a:cs typeface="Times New Roman"/>
              </a:rPr>
              <a:t>Controllers for users, elections and votes</a:t>
            </a:r>
          </a:p>
          <a:p>
            <a:pPr>
              <a:lnSpc>
                <a:spcPct val="90000"/>
              </a:lnSpc>
            </a:pPr>
            <a:r>
              <a:rPr lang="en-US" sz="1900" dirty="0">
                <a:latin typeface="Times New Roman"/>
                <a:cs typeface="Times New Roman"/>
              </a:rPr>
              <a:t>JWT-based access control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C1BDC-57C8-7A59-759C-2E1D1286C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een leaf with brown letters&#10;&#10;AI-generated content may be incorrect.">
            <a:extLst>
              <a:ext uri="{FF2B5EF4-FFF2-40B4-BE49-F238E27FC236}">
                <a16:creationId xmlns:a16="http://schemas.microsoft.com/office/drawing/2014/main" id="{232EB05A-99E4-9EE3-640F-B1CA6B419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41" y="2165637"/>
            <a:ext cx="2526726" cy="2526726"/>
          </a:xfrm>
          <a:prstGeom prst="rect">
            <a:avLst/>
          </a:pr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5109354-9C5D-4F8C-B0E6-D1043C7BF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9515" y="457201"/>
            <a:ext cx="4002953" cy="1835911"/>
          </a:xfrm>
        </p:spPr>
        <p:txBody>
          <a:bodyPr anchor="b">
            <a:normAutofit/>
          </a:bodyPr>
          <a:lstStyle/>
          <a:p>
            <a:r>
              <a:rPr lang="en-US" sz="4700">
                <a:solidFill>
                  <a:srgbClr val="FFFFFF"/>
                </a:solidFill>
                <a:latin typeface="Times New Roman"/>
                <a:cs typeface="Times New Roman"/>
              </a:rPr>
              <a:t>Database Design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49B530FE-A87D-41A0-A920-ADC6539E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9514" y="2560829"/>
            <a:ext cx="3771900" cy="18288"/>
          </a:xfrm>
          <a:custGeom>
            <a:avLst/>
            <a:gdLst>
              <a:gd name="connsiteX0" fmla="*/ 0 w 3771900"/>
              <a:gd name="connsiteY0" fmla="*/ 0 h 18288"/>
              <a:gd name="connsiteX1" fmla="*/ 704088 w 3771900"/>
              <a:gd name="connsiteY1" fmla="*/ 0 h 18288"/>
              <a:gd name="connsiteX2" fmla="*/ 1370457 w 3771900"/>
              <a:gd name="connsiteY2" fmla="*/ 0 h 18288"/>
              <a:gd name="connsiteX3" fmla="*/ 2036826 w 3771900"/>
              <a:gd name="connsiteY3" fmla="*/ 0 h 18288"/>
              <a:gd name="connsiteX4" fmla="*/ 2552319 w 3771900"/>
              <a:gd name="connsiteY4" fmla="*/ 0 h 18288"/>
              <a:gd name="connsiteX5" fmla="*/ 3105531 w 3771900"/>
              <a:gd name="connsiteY5" fmla="*/ 0 h 18288"/>
              <a:gd name="connsiteX6" fmla="*/ 3771900 w 3771900"/>
              <a:gd name="connsiteY6" fmla="*/ 0 h 18288"/>
              <a:gd name="connsiteX7" fmla="*/ 3771900 w 3771900"/>
              <a:gd name="connsiteY7" fmla="*/ 18288 h 18288"/>
              <a:gd name="connsiteX8" fmla="*/ 3143250 w 3771900"/>
              <a:gd name="connsiteY8" fmla="*/ 18288 h 18288"/>
              <a:gd name="connsiteX9" fmla="*/ 2627757 w 3771900"/>
              <a:gd name="connsiteY9" fmla="*/ 18288 h 18288"/>
              <a:gd name="connsiteX10" fmla="*/ 2112264 w 3771900"/>
              <a:gd name="connsiteY10" fmla="*/ 18288 h 18288"/>
              <a:gd name="connsiteX11" fmla="*/ 1445895 w 3771900"/>
              <a:gd name="connsiteY11" fmla="*/ 18288 h 18288"/>
              <a:gd name="connsiteX12" fmla="*/ 892683 w 3771900"/>
              <a:gd name="connsiteY12" fmla="*/ 18288 h 18288"/>
              <a:gd name="connsiteX13" fmla="*/ 0 w 3771900"/>
              <a:gd name="connsiteY13" fmla="*/ 18288 h 18288"/>
              <a:gd name="connsiteX14" fmla="*/ 0 w 37719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771900" h="18288" fill="none" extrusionOk="0">
                <a:moveTo>
                  <a:pt x="0" y="0"/>
                </a:moveTo>
                <a:cubicBezTo>
                  <a:pt x="285982" y="-16509"/>
                  <a:pt x="373591" y="28957"/>
                  <a:pt x="704088" y="0"/>
                </a:cubicBezTo>
                <a:cubicBezTo>
                  <a:pt x="1034585" y="-28957"/>
                  <a:pt x="1127575" y="15529"/>
                  <a:pt x="1370457" y="0"/>
                </a:cubicBezTo>
                <a:cubicBezTo>
                  <a:pt x="1613339" y="-15529"/>
                  <a:pt x="1901330" y="-18417"/>
                  <a:pt x="2036826" y="0"/>
                </a:cubicBezTo>
                <a:cubicBezTo>
                  <a:pt x="2172322" y="18417"/>
                  <a:pt x="2391554" y="24426"/>
                  <a:pt x="2552319" y="0"/>
                </a:cubicBezTo>
                <a:cubicBezTo>
                  <a:pt x="2713084" y="-24426"/>
                  <a:pt x="2832344" y="19126"/>
                  <a:pt x="3105531" y="0"/>
                </a:cubicBezTo>
                <a:cubicBezTo>
                  <a:pt x="3378718" y="-19126"/>
                  <a:pt x="3624591" y="4962"/>
                  <a:pt x="3771900" y="0"/>
                </a:cubicBezTo>
                <a:cubicBezTo>
                  <a:pt x="3771400" y="8855"/>
                  <a:pt x="3772009" y="14521"/>
                  <a:pt x="3771900" y="18288"/>
                </a:cubicBezTo>
                <a:cubicBezTo>
                  <a:pt x="3458898" y="17742"/>
                  <a:pt x="3421743" y="-6827"/>
                  <a:pt x="3143250" y="18288"/>
                </a:cubicBezTo>
                <a:cubicBezTo>
                  <a:pt x="2864757" y="43403"/>
                  <a:pt x="2852800" y="27764"/>
                  <a:pt x="2627757" y="18288"/>
                </a:cubicBezTo>
                <a:cubicBezTo>
                  <a:pt x="2402714" y="8812"/>
                  <a:pt x="2240384" y="-3809"/>
                  <a:pt x="2112264" y="18288"/>
                </a:cubicBezTo>
                <a:cubicBezTo>
                  <a:pt x="1984144" y="40385"/>
                  <a:pt x="1648028" y="25259"/>
                  <a:pt x="1445895" y="18288"/>
                </a:cubicBezTo>
                <a:cubicBezTo>
                  <a:pt x="1243762" y="11317"/>
                  <a:pt x="1123026" y="22466"/>
                  <a:pt x="892683" y="18288"/>
                </a:cubicBezTo>
                <a:cubicBezTo>
                  <a:pt x="662340" y="14110"/>
                  <a:pt x="180978" y="-26198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771900" h="18288" stroke="0" extrusionOk="0">
                <a:moveTo>
                  <a:pt x="0" y="0"/>
                </a:moveTo>
                <a:cubicBezTo>
                  <a:pt x="168080" y="-24280"/>
                  <a:pt x="426899" y="-27643"/>
                  <a:pt x="590931" y="0"/>
                </a:cubicBezTo>
                <a:cubicBezTo>
                  <a:pt x="754963" y="27643"/>
                  <a:pt x="943937" y="-964"/>
                  <a:pt x="1106424" y="0"/>
                </a:cubicBezTo>
                <a:cubicBezTo>
                  <a:pt x="1268911" y="964"/>
                  <a:pt x="1620128" y="24107"/>
                  <a:pt x="1810512" y="0"/>
                </a:cubicBezTo>
                <a:cubicBezTo>
                  <a:pt x="2000896" y="-24107"/>
                  <a:pt x="2173109" y="23508"/>
                  <a:pt x="2401443" y="0"/>
                </a:cubicBezTo>
                <a:cubicBezTo>
                  <a:pt x="2629777" y="-23508"/>
                  <a:pt x="2762620" y="-19902"/>
                  <a:pt x="2992374" y="0"/>
                </a:cubicBezTo>
                <a:cubicBezTo>
                  <a:pt x="3222128" y="19902"/>
                  <a:pt x="3483193" y="6322"/>
                  <a:pt x="3771900" y="0"/>
                </a:cubicBezTo>
                <a:cubicBezTo>
                  <a:pt x="3771002" y="7180"/>
                  <a:pt x="3772069" y="13790"/>
                  <a:pt x="3771900" y="18288"/>
                </a:cubicBezTo>
                <a:cubicBezTo>
                  <a:pt x="3466427" y="17166"/>
                  <a:pt x="3360902" y="-2444"/>
                  <a:pt x="3143250" y="18288"/>
                </a:cubicBezTo>
                <a:cubicBezTo>
                  <a:pt x="2925598" y="39020"/>
                  <a:pt x="2852709" y="34774"/>
                  <a:pt x="2627757" y="18288"/>
                </a:cubicBezTo>
                <a:cubicBezTo>
                  <a:pt x="2402805" y="1802"/>
                  <a:pt x="2156087" y="-12568"/>
                  <a:pt x="1999107" y="18288"/>
                </a:cubicBezTo>
                <a:cubicBezTo>
                  <a:pt x="1842127" y="49144"/>
                  <a:pt x="1528676" y="3672"/>
                  <a:pt x="1370457" y="18288"/>
                </a:cubicBezTo>
                <a:cubicBezTo>
                  <a:pt x="1212238" y="32905"/>
                  <a:pt x="1007440" y="24475"/>
                  <a:pt x="779526" y="18288"/>
                </a:cubicBezTo>
                <a:cubicBezTo>
                  <a:pt x="551612" y="12101"/>
                  <a:pt x="175765" y="863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38100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9515" y="2798064"/>
            <a:ext cx="4095821" cy="3417611"/>
          </a:xfrm>
        </p:spPr>
        <p:txBody>
          <a:bodyPr anchor="t">
            <a:normAutofit/>
          </a:bodyPr>
          <a:lstStyle/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User: with biometric fields</a:t>
            </a: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Election: candidates, timing</a:t>
            </a: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Votes: secure + timestamped</a:t>
            </a:r>
          </a:p>
          <a:p>
            <a:r>
              <a:rPr lang="en-US" sz="1900">
                <a:solidFill>
                  <a:srgbClr val="FFFFFF"/>
                </a:solidFill>
                <a:latin typeface="Times New Roman"/>
                <a:cs typeface="Times New Roman"/>
              </a:rPr>
              <a:t>AuditLogs: trace every action</a:t>
            </a:r>
          </a:p>
        </p:txBody>
      </p:sp>
      <p:sp>
        <p:nvSpPr>
          <p:cNvPr id="531" name="Slide Number Placeholder 530">
            <a:extLst>
              <a:ext uri="{FF2B5EF4-FFF2-40B4-BE49-F238E27FC236}">
                <a16:creationId xmlns:a16="http://schemas.microsoft.com/office/drawing/2014/main" id="{65CC51E6-1B31-FD43-9918-C5EAB546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Biometric Authentication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92C5ED-1A36-319F-C378-138CB0126E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462BE630-8BBB-B6EF-972C-03DC3353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>
                <a:solidFill>
                  <a:srgbClr val="FFFFFF"/>
                </a:solidFill>
                <a:latin typeface="Times New Roman"/>
                <a:cs typeface="Times New Roman"/>
              </a:rPr>
              <a:t>Election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1EC787-272D-3647-32A0-D7F2CF2C7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0753511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F087CFBC-E04B-E0F9-DCAB-801743F12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r>
              <a:rPr lang="en-US" sz="4700">
                <a:solidFill>
                  <a:srgbClr val="FFFFFF"/>
                </a:solidFill>
                <a:latin typeface="Times New Roman"/>
                <a:cs typeface="Times New Roman"/>
              </a:rPr>
              <a:t>Voting Flow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2C0A1F52-6CA8-5799-AF34-94F91CE2B5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00620"/>
              </p:ext>
            </p:extLst>
          </p:nvPr>
        </p:nvGraphicFramePr>
        <p:xfrm>
          <a:off x="4789608" y="67153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93" name="Diagram 292">
            <a:extLst>
              <a:ext uri="{FF2B5EF4-FFF2-40B4-BE49-F238E27FC236}">
                <a16:creationId xmlns:a16="http://schemas.microsoft.com/office/drawing/2014/main" id="{1290C14D-7FEE-9F1B-F3BD-AFE08ABF21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522069"/>
              </p:ext>
            </p:extLst>
          </p:nvPr>
        </p:nvGraphicFramePr>
        <p:xfrm>
          <a:off x="1006414" y="3627408"/>
          <a:ext cx="3565585" cy="2967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05" name="Slide Number Placeholder 404">
            <a:extLst>
              <a:ext uri="{FF2B5EF4-FFF2-40B4-BE49-F238E27FC236}">
                <a16:creationId xmlns:a16="http://schemas.microsoft.com/office/drawing/2014/main" id="{D5B9A2D2-D143-E06E-A63D-4AF24DE3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>
                <a:latin typeface="Times New Roman"/>
                <a:cs typeface="Times New Roman"/>
              </a:rPr>
              <a:t>Auditor Features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6DCDD8-EEB2-9840-34F5-FF1230225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87697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98136A3A-5342-86D0-D9D5-2EBA2B03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r>
              <a:rPr lang="en-US" sz="4700">
                <a:latin typeface="Times New Roman"/>
                <a:cs typeface="Times New Roman"/>
              </a:rPr>
              <a:t>Security Protocols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r>
              <a:rPr lang="en-US" sz="1900">
                <a:latin typeface="Times New Roman"/>
                <a:cs typeface="Times New Roman"/>
              </a:rPr>
              <a:t>HTTPS &amp; JWT auth</a:t>
            </a:r>
          </a:p>
          <a:p>
            <a:r>
              <a:rPr lang="en-US" sz="1900">
                <a:latin typeface="Times New Roman"/>
                <a:cs typeface="Times New Roman"/>
              </a:rPr>
              <a:t>XSS, CSRF, SQLi protection</a:t>
            </a:r>
          </a:p>
          <a:p>
            <a:r>
              <a:rPr lang="en-US" sz="1900">
                <a:latin typeface="Times New Roman"/>
                <a:cs typeface="Times New Roman"/>
              </a:rPr>
              <a:t>Password hashing &amp; biometric identity</a:t>
            </a:r>
          </a:p>
          <a:p>
            <a:r>
              <a:rPr lang="en-US" sz="1900">
                <a:latin typeface="Times New Roman"/>
                <a:cs typeface="Times New Roman"/>
              </a:rPr>
              <a:t>Audit trails encrypted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7DC64-E12C-1585-49B5-027397D77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69" r="29015"/>
          <a:stretch/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E6D1C-8E6E-270B-225B-D38533DD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Testing Methodology</a:t>
            </a:r>
          </a:p>
        </p:txBody>
      </p:sp>
      <p:sp>
        <p:nvSpPr>
          <p:cNvPr id="22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15" name="Graphic 14" descr="Server">
            <a:extLst>
              <a:ext uri="{FF2B5EF4-FFF2-40B4-BE49-F238E27FC236}">
                <a16:creationId xmlns:a16="http://schemas.microsoft.com/office/drawing/2014/main" id="{AB702846-5792-91EE-CF6A-A524F099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Unit Testing (Jest)</a:t>
            </a:r>
          </a:p>
          <a:p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Integration Testing (API+DB)</a:t>
            </a:r>
          </a:p>
          <a:p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E2E Testing (Real scenario)</a:t>
            </a:r>
          </a:p>
          <a:p>
            <a:r>
              <a:rPr lang="en-US" sz="1500">
                <a:solidFill>
                  <a:srgbClr val="000000"/>
                </a:solidFill>
                <a:latin typeface="Times New Roman"/>
                <a:cs typeface="Times New Roman"/>
              </a:rPr>
              <a:t>Load Testing: 1000 users simulated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CCFB9-95F9-8748-FF73-3A61F0FC0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  <a:latin typeface="Times New Roman"/>
                <a:cs typeface="Times New Roman"/>
              </a:rPr>
              <a:t>Performance Results</a:t>
            </a:r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100 users: 320ms</a:t>
            </a:r>
          </a:p>
          <a:p>
            <a:r>
              <a:rPr lang="en-US">
                <a:latin typeface="Times New Roman"/>
                <a:cs typeface="Times New Roman"/>
              </a:rPr>
              <a:t>500 users: 680ms</a:t>
            </a:r>
          </a:p>
          <a:p>
            <a:r>
              <a:rPr lang="en-US">
                <a:latin typeface="Times New Roman"/>
                <a:cs typeface="Times New Roman"/>
              </a:rPr>
              <a:t>1000 users: 1.2s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2288E-730E-81E7-292A-1B0077D38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56173" y="6356350"/>
            <a:ext cx="135917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4777739"/>
            <a:ext cx="2564242" cy="14121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>
                <a:latin typeface="Times New Roman"/>
                <a:cs typeface="Times New Roman"/>
              </a:rPr>
              <a:t>Results Analytics Dashboard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FF06BE-4A35-5D2D-FE58-0AF32642B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76" r="3057"/>
          <a:stretch/>
        </p:blipFill>
        <p:spPr>
          <a:xfrm>
            <a:off x="20" y="10"/>
            <a:ext cx="9143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54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74529" y="5470492"/>
            <a:ext cx="1371600" cy="13716"/>
          </a:xfrm>
          <a:custGeom>
            <a:avLst/>
            <a:gdLst>
              <a:gd name="connsiteX0" fmla="*/ 0 w 1371600"/>
              <a:gd name="connsiteY0" fmla="*/ 0 h 13716"/>
              <a:gd name="connsiteX1" fmla="*/ 685800 w 1371600"/>
              <a:gd name="connsiteY1" fmla="*/ 0 h 13716"/>
              <a:gd name="connsiteX2" fmla="*/ 1371600 w 1371600"/>
              <a:gd name="connsiteY2" fmla="*/ 0 h 13716"/>
              <a:gd name="connsiteX3" fmla="*/ 1371600 w 1371600"/>
              <a:gd name="connsiteY3" fmla="*/ 13716 h 13716"/>
              <a:gd name="connsiteX4" fmla="*/ 713232 w 1371600"/>
              <a:gd name="connsiteY4" fmla="*/ 13716 h 13716"/>
              <a:gd name="connsiteX5" fmla="*/ 0 w 1371600"/>
              <a:gd name="connsiteY5" fmla="*/ 13716 h 13716"/>
              <a:gd name="connsiteX6" fmla="*/ 0 w 1371600"/>
              <a:gd name="connsiteY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3716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127" y="2892"/>
                  <a:pt x="1371229" y="8681"/>
                  <a:pt x="1371600" y="13716"/>
                </a:cubicBezTo>
                <a:cubicBezTo>
                  <a:pt x="1107995" y="21892"/>
                  <a:pt x="1033361" y="28370"/>
                  <a:pt x="713232" y="13716"/>
                </a:cubicBezTo>
                <a:cubicBezTo>
                  <a:pt x="393103" y="-938"/>
                  <a:pt x="289343" y="38649"/>
                  <a:pt x="0" y="13716"/>
                </a:cubicBezTo>
                <a:cubicBezTo>
                  <a:pt x="227" y="7219"/>
                  <a:pt x="197" y="5990"/>
                  <a:pt x="0" y="0"/>
                </a:cubicBezTo>
                <a:close/>
              </a:path>
              <a:path w="1371600" h="13716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228" y="6235"/>
                  <a:pt x="1371259" y="10206"/>
                  <a:pt x="1371600" y="13716"/>
                </a:cubicBezTo>
                <a:cubicBezTo>
                  <a:pt x="1176823" y="-5981"/>
                  <a:pt x="900830" y="5417"/>
                  <a:pt x="713232" y="13716"/>
                </a:cubicBezTo>
                <a:cubicBezTo>
                  <a:pt x="525634" y="22015"/>
                  <a:pt x="282837" y="1152"/>
                  <a:pt x="0" y="13716"/>
                </a:cubicBezTo>
                <a:cubicBezTo>
                  <a:pt x="596" y="8712"/>
                  <a:pt x="320" y="3422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0" y="4777739"/>
            <a:ext cx="5173220" cy="1399223"/>
          </a:xfrm>
        </p:spPr>
        <p:txBody>
          <a:bodyPr anchor="ctr">
            <a:normAutofit/>
          </a:bodyPr>
          <a:lstStyle/>
          <a:p>
            <a:r>
              <a:rPr lang="en-US" sz="1900">
                <a:latin typeface="Times New Roman"/>
                <a:cs typeface="Times New Roman"/>
              </a:rPr>
              <a:t>Live turnout per department</a:t>
            </a:r>
          </a:p>
          <a:p>
            <a:r>
              <a:rPr lang="en-US" sz="1900">
                <a:latin typeface="Times New Roman"/>
                <a:cs typeface="Times New Roman"/>
              </a:rPr>
              <a:t>Winning candidate graphs</a:t>
            </a:r>
          </a:p>
          <a:p>
            <a:r>
              <a:rPr lang="en-US" sz="1900">
                <a:latin typeface="Times New Roman"/>
                <a:cs typeface="Times New Roman"/>
              </a:rPr>
              <a:t>Raw vote breakdown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C3307-D466-EFEF-B4F2-8ECE6BCB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SDGs Covered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A7E5C9-929C-7691-68A7-0AEE02F47B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4C87EC67-7890-37E2-3A4A-B6C5DAF27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>
                <a:latin typeface="Times New Roman"/>
                <a:cs typeface="Times New Roman"/>
              </a:rPr>
              <a:t>Impact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3B7F0E-B442-1C3E-B3C3-F09384F9F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3020022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6A7A8F86-FF19-35C5-A678-ED4125B83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Future Work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62BD276-6FD4-9827-AA4B-7330619D03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907451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9416DF61-213A-EC6F-9A99-06F6696C1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  <a:cs typeface="Times New Roman"/>
              </a:rPr>
              <a:t>Lessons Learned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2688EB-E9ED-D6AD-ED15-4D7EF62AA3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D18C2E87-9DFD-A385-31C2-82DFE2B3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cs typeface="Times New Roman"/>
              </a:rPr>
              <a:t>24</a:t>
            </a:fld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>
                <a:latin typeface="Times New Roman"/>
                <a:cs typeface="Times New Roman"/>
              </a:rPr>
              <a:t>Thank You!</a:t>
            </a:r>
          </a:p>
        </p:txBody>
      </p:sp>
      <p:sp>
        <p:nvSpPr>
          <p:cNvPr id="57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onnsiteX0" fmla="*/ 0 w 7818120"/>
              <a:gd name="connsiteY0" fmla="*/ 0 h 18288"/>
              <a:gd name="connsiteX1" fmla="*/ 416966 w 7818120"/>
              <a:gd name="connsiteY1" fmla="*/ 0 h 18288"/>
              <a:gd name="connsiteX2" fmla="*/ 1146658 w 7818120"/>
              <a:gd name="connsiteY2" fmla="*/ 0 h 18288"/>
              <a:gd name="connsiteX3" fmla="*/ 1563624 w 7818120"/>
              <a:gd name="connsiteY3" fmla="*/ 0 h 18288"/>
              <a:gd name="connsiteX4" fmla="*/ 2136953 w 7818120"/>
              <a:gd name="connsiteY4" fmla="*/ 0 h 18288"/>
              <a:gd name="connsiteX5" fmla="*/ 2944825 w 7818120"/>
              <a:gd name="connsiteY5" fmla="*/ 0 h 18288"/>
              <a:gd name="connsiteX6" fmla="*/ 3596335 w 7818120"/>
              <a:gd name="connsiteY6" fmla="*/ 0 h 18288"/>
              <a:gd name="connsiteX7" fmla="*/ 4326026 w 7818120"/>
              <a:gd name="connsiteY7" fmla="*/ 0 h 18288"/>
              <a:gd name="connsiteX8" fmla="*/ 4899355 w 7818120"/>
              <a:gd name="connsiteY8" fmla="*/ 0 h 18288"/>
              <a:gd name="connsiteX9" fmla="*/ 5550865 w 7818120"/>
              <a:gd name="connsiteY9" fmla="*/ 0 h 18288"/>
              <a:gd name="connsiteX10" fmla="*/ 6358738 w 7818120"/>
              <a:gd name="connsiteY10" fmla="*/ 0 h 18288"/>
              <a:gd name="connsiteX11" fmla="*/ 6853885 w 7818120"/>
              <a:gd name="connsiteY11" fmla="*/ 0 h 18288"/>
              <a:gd name="connsiteX12" fmla="*/ 7818120 w 7818120"/>
              <a:gd name="connsiteY12" fmla="*/ 0 h 18288"/>
              <a:gd name="connsiteX13" fmla="*/ 7818120 w 7818120"/>
              <a:gd name="connsiteY13" fmla="*/ 18288 h 18288"/>
              <a:gd name="connsiteX14" fmla="*/ 7244791 w 7818120"/>
              <a:gd name="connsiteY14" fmla="*/ 18288 h 18288"/>
              <a:gd name="connsiteX15" fmla="*/ 6827825 w 7818120"/>
              <a:gd name="connsiteY15" fmla="*/ 18288 h 18288"/>
              <a:gd name="connsiteX16" fmla="*/ 6176315 w 7818120"/>
              <a:gd name="connsiteY16" fmla="*/ 18288 h 18288"/>
              <a:gd name="connsiteX17" fmla="*/ 5681167 w 7818120"/>
              <a:gd name="connsiteY17" fmla="*/ 18288 h 18288"/>
              <a:gd name="connsiteX18" fmla="*/ 5029657 w 7818120"/>
              <a:gd name="connsiteY18" fmla="*/ 18288 h 18288"/>
              <a:gd name="connsiteX19" fmla="*/ 4378147 w 7818120"/>
              <a:gd name="connsiteY19" fmla="*/ 18288 h 18288"/>
              <a:gd name="connsiteX20" fmla="*/ 3726637 w 7818120"/>
              <a:gd name="connsiteY20" fmla="*/ 18288 h 18288"/>
              <a:gd name="connsiteX21" fmla="*/ 3075127 w 7818120"/>
              <a:gd name="connsiteY21" fmla="*/ 18288 h 18288"/>
              <a:gd name="connsiteX22" fmla="*/ 2501798 w 7818120"/>
              <a:gd name="connsiteY22" fmla="*/ 18288 h 18288"/>
              <a:gd name="connsiteX23" fmla="*/ 1772107 w 7818120"/>
              <a:gd name="connsiteY23" fmla="*/ 18288 h 18288"/>
              <a:gd name="connsiteX24" fmla="*/ 1120597 w 7818120"/>
              <a:gd name="connsiteY24" fmla="*/ 18288 h 18288"/>
              <a:gd name="connsiteX25" fmla="*/ 0 w 7818120"/>
              <a:gd name="connsiteY25" fmla="*/ 18288 h 18288"/>
              <a:gd name="connsiteX26" fmla="*/ 0 w 7818120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9FA475-1AE9-836F-B0A4-C8C8F04F3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6405870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DFAB028F-7CE6-423A-6153-CCE9A22D3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/>
                <a:cs typeface="Times New Roman"/>
              </a:rPr>
              <a:t>25</a:t>
            </a:fld>
            <a:endParaRPr lang="en-US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E-Vote – Biometrics Based Secure Online Voting System</vt:lpstr>
      <vt:lpstr>Agenda</vt:lpstr>
      <vt:lpstr>Problem Statement</vt:lpstr>
      <vt:lpstr>Motivation</vt:lpstr>
      <vt:lpstr>Our Solution: E-Vote</vt:lpstr>
      <vt:lpstr>Objectives</vt:lpstr>
      <vt:lpstr>Scope of the System</vt:lpstr>
      <vt:lpstr>Key Modules</vt:lpstr>
      <vt:lpstr>System Architecture</vt:lpstr>
      <vt:lpstr>Frontend Structure</vt:lpstr>
      <vt:lpstr>Backend APIs</vt:lpstr>
      <vt:lpstr>Database Design</vt:lpstr>
      <vt:lpstr>Biometric Authentication</vt:lpstr>
      <vt:lpstr>Election Management</vt:lpstr>
      <vt:lpstr>Voting Flow</vt:lpstr>
      <vt:lpstr>Auditor Features</vt:lpstr>
      <vt:lpstr>Security Protocols</vt:lpstr>
      <vt:lpstr>Testing Methodology</vt:lpstr>
      <vt:lpstr>Performance Results</vt:lpstr>
      <vt:lpstr>Results Analytics Dashboard</vt:lpstr>
      <vt:lpstr>SDGs Covered</vt:lpstr>
      <vt:lpstr>Impact</vt:lpstr>
      <vt:lpstr>Future Work</vt:lpstr>
      <vt:lpstr>Lessons Learned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39</cp:revision>
  <dcterms:created xsi:type="dcterms:W3CDTF">2013-01-27T09:14:16Z</dcterms:created>
  <dcterms:modified xsi:type="dcterms:W3CDTF">2025-04-09T03:00:44Z</dcterms:modified>
  <cp:category/>
</cp:coreProperties>
</file>